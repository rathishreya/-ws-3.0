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1" r:id="rId2"/>
    <p:sldId id="274" r:id="rId3"/>
    <p:sldId id="275" r:id="rId4"/>
    <p:sldId id="276" r:id="rId5"/>
    <p:sldId id="277" r:id="rId6"/>
    <p:sldId id="278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026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51F"/>
    <a:srgbClr val="0E2949"/>
    <a:srgbClr val="EA7B2C"/>
    <a:srgbClr val="F1B715"/>
    <a:srgbClr val="3D3D3D"/>
    <a:srgbClr val="FFFFFF"/>
    <a:srgbClr val="000000"/>
    <a:srgbClr val="FAFAFA"/>
    <a:srgbClr val="161818"/>
    <a:srgbClr val="3CC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3457" autoAdjust="0"/>
  </p:normalViewPr>
  <p:slideViewPr>
    <p:cSldViewPr snapToGrid="0" showGuides="1">
      <p:cViewPr varScale="1">
        <p:scale>
          <a:sx n="110" d="100"/>
          <a:sy n="110" d="100"/>
        </p:scale>
        <p:origin x="1248" y="96"/>
      </p:cViewPr>
      <p:guideLst>
        <p:guide orient="horz" pos="102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"/>
    </p:cViewPr>
  </p:sorterViewPr>
  <p:notesViewPr>
    <p:cSldViewPr snapToGrid="0" showGuides="1">
      <p:cViewPr varScale="1">
        <p:scale>
          <a:sx n="84" d="100"/>
          <a:sy n="84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B3EB32-77CC-4A82-8396-A60F5F6665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89F15-1167-4842-8909-49E5F56272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19C41-B9AD-4EE4-8581-36C84828DD51}" type="datetimeFigureOut">
              <a:rPr lang="en-IN" smtClean="0"/>
              <a:t>26-02-2021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E8691-A032-4A07-B086-00E6E401C4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BCA22-32ED-457E-835B-D130CD73C6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69F52-8AE1-4E46-8B23-005CD8634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724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6AD81-CACA-45D7-A5DF-459113CAC366}" type="datetimeFigureOut">
              <a:rPr lang="en-IN" smtClean="0"/>
              <a:t>26-02-2021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3E4CE-115C-454A-A1BC-44F0B750BA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770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zlab.io/" TargetMode="External"/><Relationship Id="rId3" Type="http://schemas.openxmlformats.org/officeDocument/2006/relationships/slideMaster" Target="../slideMasters/slideMaster1.xml"/><Relationship Id="rId7" Type="http://schemas.openxmlformats.org/officeDocument/2006/relationships/hyperlink" Target="http://www.ezworks.io/" TargetMode="Externa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10" Type="http://schemas.openxmlformats.org/officeDocument/2006/relationships/image" Target="../media/image2.emf"/><Relationship Id="rId4" Type="http://schemas.openxmlformats.org/officeDocument/2006/relationships/oleObject" Target="../embeddings/oleObject14.bin"/><Relationship Id="rId9" Type="http://schemas.openxmlformats.org/officeDocument/2006/relationships/hyperlink" Target="http://www.arabeasy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71" name="Object 2570" hidden="1">
            <a:extLst>
              <a:ext uri="{FF2B5EF4-FFF2-40B4-BE49-F238E27FC236}">
                <a16:creationId xmlns:a16="http://schemas.microsoft.com/office/drawing/2014/main" id="{3CBC7365-51F7-4AB3-B870-6AA15474AD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39476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think-cell Slide" r:id="rId4" imgW="354" imgH="355" progId="TCLayout.ActiveDocument.1">
                  <p:embed/>
                </p:oleObj>
              </mc:Choice>
              <mc:Fallback>
                <p:oleObj name="think-cell Slide" r:id="rId4" imgW="354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4A258D5-3606-400B-8C2A-736123610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64" y="1845327"/>
            <a:ext cx="5008888" cy="2387600"/>
          </a:xfrm>
        </p:spPr>
        <p:txBody>
          <a:bodyPr vert="horz"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F139AA-7792-4432-8052-20CC20272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064" y="4325002"/>
            <a:ext cx="5008888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591C58E-996B-49D0-99F6-BEEEFE658CD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77912" y="0"/>
            <a:ext cx="5614088" cy="5213351"/>
          </a:xfrm>
          <a:custGeom>
            <a:avLst/>
            <a:gdLst>
              <a:gd name="connsiteX0" fmla="*/ 0 w 5614088"/>
              <a:gd name="connsiteY0" fmla="*/ 0 h 5213351"/>
              <a:gd name="connsiteX1" fmla="*/ 5614088 w 5614088"/>
              <a:gd name="connsiteY1" fmla="*/ 0 h 5213351"/>
              <a:gd name="connsiteX2" fmla="*/ 5614088 w 5614088"/>
              <a:gd name="connsiteY2" fmla="*/ 5213351 h 5213351"/>
              <a:gd name="connsiteX3" fmla="*/ 526772 w 5614088"/>
              <a:gd name="connsiteY3" fmla="*/ 5213351 h 5213351"/>
              <a:gd name="connsiteX4" fmla="*/ 0 w 5614088"/>
              <a:gd name="connsiteY4" fmla="*/ 4686579 h 521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4088" h="5213351">
                <a:moveTo>
                  <a:pt x="0" y="0"/>
                </a:moveTo>
                <a:lnTo>
                  <a:pt x="5614088" y="0"/>
                </a:lnTo>
                <a:lnTo>
                  <a:pt x="5614088" y="5213351"/>
                </a:lnTo>
                <a:lnTo>
                  <a:pt x="526772" y="5213351"/>
                </a:lnTo>
                <a:cubicBezTo>
                  <a:pt x="235844" y="5213351"/>
                  <a:pt x="0" y="4977507"/>
                  <a:pt x="0" y="468657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rtl="0">
              <a:defRPr/>
            </a:lvl1pPr>
          </a:lstStyle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C7382-3E43-45EF-AA41-C1DB7349E09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8826" y="459716"/>
            <a:ext cx="823221" cy="780774"/>
          </a:xfrm>
          <a:prstGeom prst="rect">
            <a:avLst/>
          </a:prstGeom>
        </p:spPr>
      </p:pic>
      <p:grpSp>
        <p:nvGrpSpPr>
          <p:cNvPr id="8" name="Graphic 12">
            <a:extLst>
              <a:ext uri="{FF2B5EF4-FFF2-40B4-BE49-F238E27FC236}">
                <a16:creationId xmlns:a16="http://schemas.microsoft.com/office/drawing/2014/main" id="{9041979F-B04B-41BD-BB8D-385E0E43E65C}"/>
              </a:ext>
            </a:extLst>
          </p:cNvPr>
          <p:cNvGrpSpPr/>
          <p:nvPr/>
        </p:nvGrpSpPr>
        <p:grpSpPr>
          <a:xfrm>
            <a:off x="6239061" y="1"/>
            <a:ext cx="5950393" cy="5840195"/>
            <a:chOff x="6239061" y="1"/>
            <a:chExt cx="5950393" cy="58401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83D1E88-67CB-4AD8-B8CA-EFEDFAD2FBBB}"/>
                </a:ext>
              </a:extLst>
            </p:cNvPr>
            <p:cNvSpPr/>
            <p:nvPr/>
          </p:nvSpPr>
          <p:spPr>
            <a:xfrm>
              <a:off x="6258111" y="1"/>
              <a:ext cx="637283" cy="5257589"/>
            </a:xfrm>
            <a:custGeom>
              <a:avLst/>
              <a:gdLst>
                <a:gd name="connsiteX0" fmla="*/ 253465 w 637283"/>
                <a:gd name="connsiteY0" fmla="*/ 4731348 h 5257589"/>
                <a:gd name="connsiteX1" fmla="*/ 253465 w 637283"/>
                <a:gd name="connsiteY1" fmla="*/ 0 h 5257589"/>
                <a:gd name="connsiteX2" fmla="*/ 0 w 637283"/>
                <a:gd name="connsiteY2" fmla="*/ 0 h 5257589"/>
                <a:gd name="connsiteX3" fmla="*/ 0 w 637283"/>
                <a:gd name="connsiteY3" fmla="*/ 4562371 h 5257589"/>
                <a:gd name="connsiteX4" fmla="*/ 458651 w 637283"/>
                <a:gd name="connsiteY4" fmla="*/ 5221380 h 5257589"/>
                <a:gd name="connsiteX5" fmla="*/ 637284 w 637283"/>
                <a:gd name="connsiteY5" fmla="*/ 5257589 h 5257589"/>
                <a:gd name="connsiteX6" fmla="*/ 253465 w 637283"/>
                <a:gd name="connsiteY6" fmla="*/ 4731348 h 5257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7283" h="5257589">
                  <a:moveTo>
                    <a:pt x="253465" y="4731348"/>
                  </a:moveTo>
                  <a:lnTo>
                    <a:pt x="253465" y="0"/>
                  </a:lnTo>
                  <a:lnTo>
                    <a:pt x="0" y="0"/>
                  </a:lnTo>
                  <a:lnTo>
                    <a:pt x="0" y="4562371"/>
                  </a:lnTo>
                  <a:cubicBezTo>
                    <a:pt x="0" y="4909980"/>
                    <a:pt x="217256" y="5144134"/>
                    <a:pt x="458651" y="5221380"/>
                  </a:cubicBezTo>
                  <a:cubicBezTo>
                    <a:pt x="519000" y="5240692"/>
                    <a:pt x="552795" y="5250347"/>
                    <a:pt x="637284" y="5257589"/>
                  </a:cubicBezTo>
                  <a:cubicBezTo>
                    <a:pt x="412786" y="5175515"/>
                    <a:pt x="253465" y="4982399"/>
                    <a:pt x="253465" y="4731348"/>
                  </a:cubicBezTo>
                  <a:close/>
                </a:path>
              </a:pathLst>
            </a:custGeom>
            <a:solidFill>
              <a:srgbClr val="3D3D3D"/>
            </a:solidFill>
            <a:ln w="24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8A510D-C5AA-4FA7-ABF7-B721B4A4DC92}"/>
                </a:ext>
              </a:extLst>
            </p:cNvPr>
            <p:cNvSpPr/>
            <p:nvPr/>
          </p:nvSpPr>
          <p:spPr>
            <a:xfrm>
              <a:off x="6239061" y="4629308"/>
              <a:ext cx="5950393" cy="917302"/>
            </a:xfrm>
            <a:custGeom>
              <a:avLst/>
              <a:gdLst>
                <a:gd name="connsiteX0" fmla="*/ 5950393 w 5950393"/>
                <a:gd name="connsiteY0" fmla="*/ 675907 h 917302"/>
                <a:gd name="connsiteX1" fmla="*/ 678321 w 5950393"/>
                <a:gd name="connsiteY1" fmla="*/ 675907 h 917302"/>
                <a:gd name="connsiteX2" fmla="*/ 0 w 5950393"/>
                <a:gd name="connsiteY2" fmla="*/ 0 h 917302"/>
                <a:gd name="connsiteX3" fmla="*/ 0 w 5950393"/>
                <a:gd name="connsiteY3" fmla="*/ 200358 h 917302"/>
                <a:gd name="connsiteX4" fmla="*/ 716944 w 5950393"/>
                <a:gd name="connsiteY4" fmla="*/ 917302 h 917302"/>
                <a:gd name="connsiteX5" fmla="*/ 5931082 w 5950393"/>
                <a:gd name="connsiteY5" fmla="*/ 917302 h 917302"/>
                <a:gd name="connsiteX6" fmla="*/ 5950393 w 5950393"/>
                <a:gd name="connsiteY6" fmla="*/ 917302 h 917302"/>
                <a:gd name="connsiteX7" fmla="*/ 5950393 w 5950393"/>
                <a:gd name="connsiteY7" fmla="*/ 675907 h 917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50393" h="917302">
                  <a:moveTo>
                    <a:pt x="5950393" y="675907"/>
                  </a:moveTo>
                  <a:lnTo>
                    <a:pt x="678321" y="675907"/>
                  </a:lnTo>
                  <a:cubicBezTo>
                    <a:pt x="304158" y="675907"/>
                    <a:pt x="0" y="374163"/>
                    <a:pt x="0" y="0"/>
                  </a:cubicBezTo>
                  <a:lnTo>
                    <a:pt x="0" y="200358"/>
                  </a:lnTo>
                  <a:cubicBezTo>
                    <a:pt x="0" y="596246"/>
                    <a:pt x="321056" y="917302"/>
                    <a:pt x="716944" y="917302"/>
                  </a:cubicBezTo>
                  <a:lnTo>
                    <a:pt x="5931082" y="917302"/>
                  </a:lnTo>
                  <a:cubicBezTo>
                    <a:pt x="5938324" y="917302"/>
                    <a:pt x="5943152" y="917302"/>
                    <a:pt x="5950393" y="917302"/>
                  </a:cubicBezTo>
                  <a:lnTo>
                    <a:pt x="5950393" y="675907"/>
                  </a:lnTo>
                  <a:close/>
                </a:path>
              </a:pathLst>
            </a:custGeom>
            <a:solidFill>
              <a:srgbClr val="3CC3F2"/>
            </a:solidFill>
            <a:ln w="24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00E302-AFF8-4168-A5C5-78B4121B8BDF}"/>
                </a:ext>
              </a:extLst>
            </p:cNvPr>
            <p:cNvSpPr/>
            <p:nvPr/>
          </p:nvSpPr>
          <p:spPr>
            <a:xfrm>
              <a:off x="6239061" y="4893927"/>
              <a:ext cx="5950393" cy="946269"/>
            </a:xfrm>
            <a:custGeom>
              <a:avLst/>
              <a:gdLst>
                <a:gd name="connsiteX0" fmla="*/ 5950393 w 5950393"/>
                <a:gd name="connsiteY0" fmla="*/ 716944 h 946269"/>
                <a:gd name="connsiteX1" fmla="*/ 5931082 w 5950393"/>
                <a:gd name="connsiteY1" fmla="*/ 716944 h 946269"/>
                <a:gd name="connsiteX2" fmla="*/ 716944 w 5950393"/>
                <a:gd name="connsiteY2" fmla="*/ 716944 h 946269"/>
                <a:gd name="connsiteX3" fmla="*/ 0 w 5950393"/>
                <a:gd name="connsiteY3" fmla="*/ 0 h 946269"/>
                <a:gd name="connsiteX4" fmla="*/ 0 w 5950393"/>
                <a:gd name="connsiteY4" fmla="*/ 267949 h 946269"/>
                <a:gd name="connsiteX5" fmla="*/ 678321 w 5950393"/>
                <a:gd name="connsiteY5" fmla="*/ 946269 h 946269"/>
                <a:gd name="connsiteX6" fmla="*/ 5950393 w 5950393"/>
                <a:gd name="connsiteY6" fmla="*/ 946269 h 946269"/>
                <a:gd name="connsiteX7" fmla="*/ 5950393 w 5950393"/>
                <a:gd name="connsiteY7" fmla="*/ 716944 h 946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50393" h="946269">
                  <a:moveTo>
                    <a:pt x="5950393" y="716944"/>
                  </a:moveTo>
                  <a:cubicBezTo>
                    <a:pt x="5943152" y="716944"/>
                    <a:pt x="5938324" y="716944"/>
                    <a:pt x="5931082" y="716944"/>
                  </a:cubicBezTo>
                  <a:lnTo>
                    <a:pt x="716944" y="716944"/>
                  </a:lnTo>
                  <a:cubicBezTo>
                    <a:pt x="321056" y="716944"/>
                    <a:pt x="0" y="395888"/>
                    <a:pt x="0" y="0"/>
                  </a:cubicBezTo>
                  <a:lnTo>
                    <a:pt x="0" y="267949"/>
                  </a:lnTo>
                  <a:cubicBezTo>
                    <a:pt x="0" y="642112"/>
                    <a:pt x="304158" y="946269"/>
                    <a:pt x="678321" y="946269"/>
                  </a:cubicBezTo>
                  <a:lnTo>
                    <a:pt x="5950393" y="946269"/>
                  </a:lnTo>
                  <a:lnTo>
                    <a:pt x="5950393" y="716944"/>
                  </a:lnTo>
                  <a:close/>
                </a:path>
              </a:pathLst>
            </a:custGeom>
            <a:solidFill>
              <a:srgbClr val="EA7B2C"/>
            </a:solidFill>
            <a:ln w="241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077662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58EDB74-3297-4E69-B4A4-F7B8954A11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85496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think-cell Slide" r:id="rId4" imgW="354" imgH="355" progId="TCLayout.ActiveDocument.1">
                  <p:embed/>
                </p:oleObj>
              </mc:Choice>
              <mc:Fallback>
                <p:oleObj name="think-cell Slide" r:id="rId4" imgW="354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D32C039B-92F3-40F6-B3D7-2227C2FF497E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03238" y="143806"/>
            <a:ext cx="9810138" cy="480131"/>
          </a:xfrm>
        </p:spPr>
        <p:txBody>
          <a:bodyPr vert="horz"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29358DC-D668-4E39-9F84-4000095BD4E1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0" y="1132838"/>
            <a:ext cx="4838700" cy="5077462"/>
          </a:xfrm>
          <a:solidFill>
            <a:schemeClr val="bg1">
              <a:lumMod val="95000"/>
            </a:schemeClr>
          </a:solidFill>
        </p:spPr>
        <p:txBody>
          <a:bodyPr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9C9D18-8A33-46A7-9EA8-067CAD82293B}"/>
              </a:ext>
            </a:extLst>
          </p:cNvPr>
          <p:cNvSpPr/>
          <p:nvPr userDrawn="1"/>
        </p:nvSpPr>
        <p:spPr>
          <a:xfrm>
            <a:off x="3882339" y="1132837"/>
            <a:ext cx="2464067" cy="5115563"/>
          </a:xfrm>
          <a:prstGeom prst="rect">
            <a:avLst/>
          </a:prstGeom>
          <a:gradFill>
            <a:gsLst>
              <a:gs pos="5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A699F3FB-DA4E-472E-8C34-D8A9FFD5641D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147B0DA-D0BB-4460-8B0A-C17AEB02417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D7361BC-7C7A-4415-8D57-9C554D8D7029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635D48E-C426-4949-A3E8-0B0820CDD6E0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EA7A89B-8961-4AD6-B87E-90C4478EA8F6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F9B3AE-3CDC-4031-9D69-354209082EC8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951160251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40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58EDB74-3297-4E69-B4A4-F7B8954A11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02642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name="think-cell Slide" r:id="rId4" imgW="354" imgH="355" progId="TCLayout.ActiveDocument.1">
                  <p:embed/>
                </p:oleObj>
              </mc:Choice>
              <mc:Fallback>
                <p:oleObj name="think-cell Slide" r:id="rId4" imgW="354" imgH="355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58EDB74-3297-4E69-B4A4-F7B8954A11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D32C039B-92F3-40F6-B3D7-2227C2FF497E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03238" y="143806"/>
            <a:ext cx="9810138" cy="480131"/>
          </a:xfrm>
        </p:spPr>
        <p:txBody>
          <a:bodyPr vert="horz"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9C9D18-8A33-46A7-9EA8-067CAD82293B}"/>
              </a:ext>
            </a:extLst>
          </p:cNvPr>
          <p:cNvSpPr/>
          <p:nvPr userDrawn="1"/>
        </p:nvSpPr>
        <p:spPr>
          <a:xfrm>
            <a:off x="3882339" y="1132837"/>
            <a:ext cx="2464067" cy="5115563"/>
          </a:xfrm>
          <a:prstGeom prst="rect">
            <a:avLst/>
          </a:prstGeom>
          <a:gradFill>
            <a:gsLst>
              <a:gs pos="5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A699F3FB-DA4E-472E-8C34-D8A9FFD5641D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147B0DA-D0BB-4460-8B0A-C17AEB02417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D7361BC-7C7A-4415-8D57-9C554D8D7029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635D48E-C426-4949-A3E8-0B0820CDD6E0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EA7A89B-8961-4AD6-B87E-90C4478EA8F6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F9B3AE-3CDC-4031-9D69-354209082EC8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91240503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40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58EDB74-3297-4E69-B4A4-F7B8954A11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16446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9" name="think-cell Slide" r:id="rId4" imgW="354" imgH="355" progId="TCLayout.ActiveDocument.1">
                  <p:embed/>
                </p:oleObj>
              </mc:Choice>
              <mc:Fallback>
                <p:oleObj name="think-cell Slide" r:id="rId4" imgW="354" imgH="355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58EDB74-3297-4E69-B4A4-F7B8954A11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D32C039B-92F3-40F6-B3D7-2227C2FF497E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03238" y="143806"/>
            <a:ext cx="11256264" cy="480131"/>
          </a:xfrm>
        </p:spPr>
        <p:txBody>
          <a:bodyPr vert="horz"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9C9D18-8A33-46A7-9EA8-067CAD82293B}"/>
              </a:ext>
            </a:extLst>
          </p:cNvPr>
          <p:cNvSpPr/>
          <p:nvPr userDrawn="1"/>
        </p:nvSpPr>
        <p:spPr>
          <a:xfrm>
            <a:off x="3882339" y="1132837"/>
            <a:ext cx="2464067" cy="5115563"/>
          </a:xfrm>
          <a:prstGeom prst="rect">
            <a:avLst/>
          </a:prstGeom>
          <a:gradFill>
            <a:gsLst>
              <a:gs pos="5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A699F3FB-DA4E-472E-8C34-D8A9FFD5641D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147B0DA-D0BB-4460-8B0A-C17AEB02417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D7361BC-7C7A-4415-8D57-9C554D8D7029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635D48E-C426-4949-A3E8-0B0820CDD6E0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EA7A89B-8961-4AD6-B87E-90C4478EA8F6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F9B3AE-3CDC-4031-9D69-354209082EC8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726463614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orient="horz" pos="40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0B521FB9-82E0-40CB-9266-B4BC460DCF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9052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687A668-527D-4208-8FD8-91C515B8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88" y="146304"/>
            <a:ext cx="11258111" cy="480131"/>
          </a:xfr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IN" dirty="0"/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15C9E93-3C70-4F7C-B867-BBA83426F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389" y="1137192"/>
            <a:ext cx="5230368" cy="575121"/>
          </a:xfrm>
          <a:prstGeom prst="round2Same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A0B5719-A949-42F7-AAB5-F21E5687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389" y="1712313"/>
            <a:ext cx="5230368" cy="4182893"/>
          </a:xfrm>
          <a:ln>
            <a:solidFill>
              <a:schemeClr val="accent3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672EC31-0A56-4C76-A20F-EAF2C7F75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2672" y="1137192"/>
            <a:ext cx="5230368" cy="575121"/>
          </a:xfrm>
          <a:prstGeom prst="round2Same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E9288765-CF8D-46D5-9514-C1A110EDE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2672" y="1712313"/>
            <a:ext cx="5230368" cy="4182893"/>
          </a:xfrm>
          <a:ln>
            <a:solidFill>
              <a:schemeClr val="accent3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8764A76-70F9-4983-8934-EB2FD6C3DA3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DC55B66-74D1-4361-B098-2072F2D7C98D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D1D2E7-7C5F-4A4A-A366-938D203CE1B1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A46E0EA-7D19-46C8-BBD5-202BA7F33BB1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F595BFE-EE80-4740-9DFA-B40121768D07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98AC2313-D324-4586-89E4-5D4203DA663B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497528690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  <p15:guide id="4" pos="741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3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A4FBDB9-AE7A-4910-9CD2-7456F571C1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65771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687A668-527D-4208-8FD8-91C515B8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88" y="146304"/>
            <a:ext cx="11258111" cy="480131"/>
          </a:xfr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IN" dirty="0"/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15C9E93-3C70-4F7C-B867-BBA83426F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137192"/>
            <a:ext cx="3429000" cy="575121"/>
          </a:xfrm>
          <a:prstGeom prst="round2Same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A0B5719-A949-42F7-AAB5-F21E5687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712313"/>
            <a:ext cx="3429000" cy="4182893"/>
          </a:xfrm>
          <a:ln>
            <a:solidFill>
              <a:schemeClr val="accent3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4EA6416-4B2C-4423-9D6C-CBD33B7FDE5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81500" y="1137192"/>
            <a:ext cx="3429000" cy="575121"/>
          </a:xfrm>
          <a:prstGeom prst="round2Same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E67BC77D-EF52-4A65-A90D-485BB53880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81500" y="1712313"/>
            <a:ext cx="3429000" cy="4182893"/>
          </a:xfrm>
          <a:ln>
            <a:solidFill>
              <a:schemeClr val="accent1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B4C8FD9F-CEBA-4D8B-AE07-9B8A3EF3390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331200" y="1137192"/>
            <a:ext cx="3429000" cy="575121"/>
          </a:xfrm>
          <a:prstGeom prst="round2Same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8" name="Content Placeholder 3">
            <a:extLst>
              <a:ext uri="{FF2B5EF4-FFF2-40B4-BE49-F238E27FC236}">
                <a16:creationId xmlns:a16="http://schemas.microsoft.com/office/drawing/2014/main" id="{149C0BE4-BC1F-4C0E-87B6-44E72604ACF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31200" y="1712313"/>
            <a:ext cx="3429000" cy="4182893"/>
          </a:xfrm>
          <a:ln>
            <a:solidFill>
              <a:schemeClr val="tx2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1A065A6-9B60-4899-844B-20005CFD270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D785659-1097-420E-8307-737093CB0168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51F7F8F-4BC7-4B4A-AFD2-673059E1DC54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0AE896-84AB-41AE-9B3C-D5AD6EBC4781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E1E9B-294D-4E78-B1A7-8B64326BD20C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9E93CA80-5419-43DD-8C22-D7C7293F1E6B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9837697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  <p15:guide id="4" pos="741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4 Headers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75CD8E2-C8FA-463E-B087-8E0ADEA572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061989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687A668-527D-4208-8FD8-91C515B8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88" y="146304"/>
            <a:ext cx="11258111" cy="480131"/>
          </a:xfr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IN" dirty="0"/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15C9E93-3C70-4F7C-B867-BBA83426F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389" y="1137192"/>
            <a:ext cx="5230368" cy="457200"/>
          </a:xfrm>
          <a:prstGeom prst="round2Same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A0B5719-A949-42F7-AAB5-F21E5687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389" y="1607681"/>
            <a:ext cx="5230368" cy="1821317"/>
          </a:xfrm>
          <a:ln>
            <a:solidFill>
              <a:schemeClr val="accent3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672EC31-0A56-4C76-A20F-EAF2C7F75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2672" y="1137192"/>
            <a:ext cx="5230368" cy="457200"/>
          </a:xfrm>
          <a:prstGeom prst="round2Same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E9288765-CF8D-46D5-9514-C1A110EDE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2672" y="1607681"/>
            <a:ext cx="5230368" cy="1821317"/>
          </a:xfrm>
          <a:ln>
            <a:solidFill>
              <a:schemeClr val="accent3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1F02C72B-5D5E-4E55-B350-AD14668786E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13389" y="3639092"/>
            <a:ext cx="5230368" cy="457200"/>
          </a:xfrm>
          <a:prstGeom prst="round2Same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F606641B-1502-44FE-945F-F86E333C302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13389" y="4109581"/>
            <a:ext cx="5230368" cy="1821317"/>
          </a:xfrm>
          <a:ln>
            <a:solidFill>
              <a:schemeClr val="accent3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F0A04654-E24C-463C-A134-403281E5C2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2672" y="3639092"/>
            <a:ext cx="5230368" cy="457200"/>
          </a:xfrm>
          <a:prstGeom prst="round2Same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BA72F6E-9713-455C-95C4-E7FE624EAA4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2672" y="4109581"/>
            <a:ext cx="5230368" cy="1821317"/>
          </a:xfrm>
          <a:ln>
            <a:solidFill>
              <a:schemeClr val="accent3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F83F3352-0A05-4EC7-A90E-06200B80DFC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AFAF308-7D52-4501-A5C8-CE270A1E2B55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200410-1F38-479F-8BBB-36A32C6FF547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895CC6-D790-4F7E-AC7E-A03543E5371E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D0F1917-DD52-4F34-A17A-C6027451163C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D4D3D949-7DAF-46FC-9068-C3C71AA3266B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01135705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  <p15:guide id="4" pos="741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4 Headers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0376799-3560-46BB-A064-6424982AC3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3463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think-cell Slide" r:id="rId4" imgW="354" imgH="355" progId="TCLayout.ActiveDocument.1">
                  <p:embed/>
                </p:oleObj>
              </mc:Choice>
              <mc:Fallback>
                <p:oleObj name="think-cell Slide" r:id="rId4" imgW="354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687A668-527D-4208-8FD8-91C515B8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88" y="146304"/>
            <a:ext cx="11258111" cy="480131"/>
          </a:xfr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IN" dirty="0"/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15C9E93-3C70-4F7C-B867-BBA83426F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08371" y="1137191"/>
            <a:ext cx="1535385" cy="229180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767BD6FF-52F1-4433-B82D-4A4838875F4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08371" y="3639091"/>
            <a:ext cx="1535385" cy="229180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AA03297B-454B-41C6-8F5C-DDFD91020B66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 rot="5400000">
            <a:off x="1276646" y="292345"/>
            <a:ext cx="2286875" cy="3976572"/>
          </a:xfrm>
          <a:prstGeom prst="round2SameRect">
            <a:avLst>
              <a:gd name="adj1" fmla="val 0"/>
              <a:gd name="adj2" fmla="val 4165"/>
            </a:avLst>
          </a:prstGeom>
          <a:ln>
            <a:solidFill>
              <a:schemeClr val="accent3"/>
            </a:solidFill>
          </a:ln>
        </p:spPr>
        <p:txBody>
          <a:bodyPr vert="vert270"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87C2DE8-1020-4898-917E-9D39D9B5B13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241139" y="1137191"/>
            <a:ext cx="1535385" cy="229180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BF7FD2C-CE1C-497F-96C6-BF2AFCD042B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408371" y="3639091"/>
            <a:ext cx="1535385" cy="229180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6C34E05A-118A-44CE-A3B6-CE53CD27EA41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241139" y="3639091"/>
            <a:ext cx="1535385" cy="229180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89ED670C-7388-40C2-B20A-DC583A872324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 rot="16200000" flipH="1">
            <a:off x="8621373" y="292345"/>
            <a:ext cx="2286875" cy="3976572"/>
          </a:xfrm>
          <a:prstGeom prst="round2SameRect">
            <a:avLst>
              <a:gd name="adj1" fmla="val 0"/>
              <a:gd name="adj2" fmla="val 4165"/>
            </a:avLst>
          </a:prstGeom>
          <a:ln>
            <a:solidFill>
              <a:schemeClr val="accent3"/>
            </a:solidFill>
          </a:ln>
        </p:spPr>
        <p:txBody>
          <a:bodyPr vert="vert"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6" name="Content Placeholder 3">
            <a:extLst>
              <a:ext uri="{FF2B5EF4-FFF2-40B4-BE49-F238E27FC236}">
                <a16:creationId xmlns:a16="http://schemas.microsoft.com/office/drawing/2014/main" id="{ADD08F3A-7A48-47AF-AC45-A13C5DB35B6A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 rot="5400000">
            <a:off x="1276646" y="2794243"/>
            <a:ext cx="2286875" cy="3976572"/>
          </a:xfrm>
          <a:prstGeom prst="round2SameRect">
            <a:avLst>
              <a:gd name="adj1" fmla="val 0"/>
              <a:gd name="adj2" fmla="val 4165"/>
            </a:avLst>
          </a:prstGeom>
          <a:ln>
            <a:solidFill>
              <a:schemeClr val="accent3"/>
            </a:solidFill>
          </a:ln>
        </p:spPr>
        <p:txBody>
          <a:bodyPr vert="vert270"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C3DCC4E6-F7BA-4D45-AEEF-E36601330607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 rot="16200000" flipH="1">
            <a:off x="8621373" y="2794243"/>
            <a:ext cx="2286875" cy="3976572"/>
          </a:xfrm>
          <a:prstGeom prst="round2SameRect">
            <a:avLst>
              <a:gd name="adj1" fmla="val 0"/>
              <a:gd name="adj2" fmla="val 4165"/>
            </a:avLst>
          </a:prstGeom>
          <a:ln>
            <a:solidFill>
              <a:schemeClr val="accent3"/>
            </a:solidFill>
          </a:ln>
        </p:spPr>
        <p:txBody>
          <a:bodyPr vert="vert"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42BC9067-8D7D-4BAD-8E7F-F4ACDBFF028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51EB7AF-7A2B-471F-9198-43089B8DADE6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6ED8D7-3689-4C83-949D-006927F71723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2B1B7C8-F8FE-4C7F-B145-78AA7454B790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725321F-136C-4A97-815B-0CB1D1DEBF8C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5E4A562A-6D9D-420F-9BC9-028883A15787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164582162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  <p15:guide id="4" pos="741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0376799-3560-46BB-A064-6424982AC38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99337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think-cell Slide" r:id="rId4" imgW="354" imgH="355" progId="TCLayout.ActiveDocument.1">
                  <p:embed/>
                </p:oleObj>
              </mc:Choice>
              <mc:Fallback>
                <p:oleObj name="think-cell Slide" r:id="rId4" imgW="354" imgH="35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0376799-3560-46BB-A064-6424982AC3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DA0B5719-A949-42F7-AAB5-F21E5687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82735" y="1137191"/>
            <a:ext cx="3977640" cy="2286873"/>
          </a:xfrm>
          <a:prstGeom prst="roundRect">
            <a:avLst>
              <a:gd name="adj" fmla="val 4588"/>
            </a:avLst>
          </a:prstGeom>
          <a:ln>
            <a:solidFill>
              <a:schemeClr val="accent3"/>
            </a:solidFill>
          </a:ln>
        </p:spPr>
        <p:txBody>
          <a:bodyPr lIns="182880"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87C2DE8-1020-4898-917E-9D39D9B5B13C}"/>
              </a:ext>
            </a:extLst>
          </p:cNvPr>
          <p:cNvSpPr>
            <a:spLocks noGrp="1"/>
          </p:cNvSpPr>
          <p:nvPr userDrawn="1">
            <p:ph type="body" idx="20"/>
          </p:nvPr>
        </p:nvSpPr>
        <p:spPr>
          <a:xfrm>
            <a:off x="6241139" y="1137191"/>
            <a:ext cx="1535385" cy="2291809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6C34E05A-118A-44CE-A3B6-CE53CD27EA41}"/>
              </a:ext>
            </a:extLst>
          </p:cNvPr>
          <p:cNvSpPr>
            <a:spLocks noGrp="1"/>
          </p:cNvSpPr>
          <p:nvPr userDrawn="1">
            <p:ph type="body" idx="23"/>
          </p:nvPr>
        </p:nvSpPr>
        <p:spPr>
          <a:xfrm>
            <a:off x="6241139" y="3639092"/>
            <a:ext cx="1535385" cy="228687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DAC7A129-0C61-4E8D-9B1B-AAC0E8D51F8A}"/>
              </a:ext>
            </a:extLst>
          </p:cNvPr>
          <p:cNvSpPr txBox="1">
            <a:spLocks/>
          </p:cNvSpPr>
          <p:nvPr userDrawn="1"/>
        </p:nvSpPr>
        <p:spPr>
          <a:xfrm>
            <a:off x="530064" y="382690"/>
            <a:ext cx="484743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5400" b="0" kern="1200">
                <a:solidFill>
                  <a:schemeClr val="tx1"/>
                </a:solidFill>
                <a:latin typeface="Exo 2.0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sz="4400" dirty="0"/>
              <a:t>Click to edit Master title style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B6B83F5C-8E36-4F6E-85DC-40E0C098E562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530064" y="3766202"/>
            <a:ext cx="4847434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92CD8DED-EFF0-4F6B-B66A-03C96D224909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7682735" y="3639091"/>
            <a:ext cx="3977640" cy="2286873"/>
          </a:xfrm>
          <a:prstGeom prst="roundRect">
            <a:avLst>
              <a:gd name="adj" fmla="val 4588"/>
            </a:avLst>
          </a:prstGeom>
          <a:ln>
            <a:solidFill>
              <a:schemeClr val="accent3"/>
            </a:solidFill>
          </a:ln>
        </p:spPr>
        <p:txBody>
          <a:bodyPr lIns="182880"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2392E376-31E6-4E14-BD89-387E91B456A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5553840-57A6-45A4-8680-76892ACC3627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C7B8F5-FA51-46E8-941C-AA53E5847358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A25A7D-1BA7-42A1-AADE-21152F4905D8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C7D9DFF-FC42-49A3-9F86-841F410E023B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3B84F7A-F4CB-4053-9A87-E5D338C2E895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605828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  <p15:guide id="4" pos="741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4A845523-5711-40E1-B76E-87A4EDA070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64826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think-cell Slide" r:id="rId4" imgW="354" imgH="355" progId="TCLayout.ActiveDocument.1">
                  <p:embed/>
                </p:oleObj>
              </mc:Choice>
              <mc:Fallback>
                <p:oleObj name="think-cell Slide" r:id="rId4" imgW="354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CDD19A2-118B-49DB-8EE1-60119A88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89" y="146304"/>
            <a:ext cx="5339235" cy="480131"/>
          </a:xfr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IN" dirty="0"/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AE0E97EC-78DF-44FE-ADCB-DD05D045E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9099" y="1758097"/>
            <a:ext cx="5422225" cy="4137109"/>
          </a:xfrm>
          <a:ln>
            <a:solidFill>
              <a:schemeClr val="tx1"/>
            </a:solidFill>
          </a:ln>
        </p:spPr>
        <p:txBody>
          <a:bodyPr tIns="91440" bIns="9144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6" name="Picture Placeholder 135">
            <a:extLst>
              <a:ext uri="{FF2B5EF4-FFF2-40B4-BE49-F238E27FC236}">
                <a16:creationId xmlns:a16="http://schemas.microsoft.com/office/drawing/2014/main" id="{8EB03303-59AF-468E-857F-9F65094E13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75857" y="0"/>
            <a:ext cx="5579755" cy="6210300"/>
          </a:xfrm>
          <a:custGeom>
            <a:avLst/>
            <a:gdLst>
              <a:gd name="connsiteX0" fmla="*/ 1230515 w 5579755"/>
              <a:gd name="connsiteY0" fmla="*/ 0 h 6210300"/>
              <a:gd name="connsiteX1" fmla="*/ 5579755 w 5579755"/>
              <a:gd name="connsiteY1" fmla="*/ 0 h 6210300"/>
              <a:gd name="connsiteX2" fmla="*/ 5579755 w 5579755"/>
              <a:gd name="connsiteY2" fmla="*/ 6210300 h 6210300"/>
              <a:gd name="connsiteX3" fmla="*/ 1215751 w 5579755"/>
              <a:gd name="connsiteY3" fmla="*/ 6210300 h 6210300"/>
              <a:gd name="connsiteX4" fmla="*/ 1183759 w 5579755"/>
              <a:gd name="connsiteY4" fmla="*/ 6176746 h 6210300"/>
              <a:gd name="connsiteX5" fmla="*/ 0 w 5579755"/>
              <a:gd name="connsiteY5" fmla="*/ 3112893 h 6210300"/>
              <a:gd name="connsiteX6" fmla="*/ 1183759 w 5579755"/>
              <a:gd name="connsiteY6" fmla="*/ 49041 h 621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9755" h="6210300">
                <a:moveTo>
                  <a:pt x="1230515" y="0"/>
                </a:moveTo>
                <a:lnTo>
                  <a:pt x="5579755" y="0"/>
                </a:lnTo>
                <a:lnTo>
                  <a:pt x="5579755" y="6210300"/>
                </a:lnTo>
                <a:lnTo>
                  <a:pt x="1215751" y="6210300"/>
                </a:lnTo>
                <a:lnTo>
                  <a:pt x="1183759" y="6176746"/>
                </a:lnTo>
                <a:cubicBezTo>
                  <a:pt x="448269" y="5367526"/>
                  <a:pt x="0" y="4292560"/>
                  <a:pt x="0" y="3112893"/>
                </a:cubicBezTo>
                <a:cubicBezTo>
                  <a:pt x="0" y="1933228"/>
                  <a:pt x="448269" y="858260"/>
                  <a:pt x="1183759" y="4904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3BDC53F8-921E-4E92-B185-CD79ACA0841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34FCB19-04C5-4343-BCFC-383DD5815773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37F98C0-6DD3-49E2-9E23-A7123DB4BF27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88C3EE-98DE-4938-BB4E-9447340F4547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4A663CF-35C9-45DA-9EBC-598FAA518BFE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427169EE-35CD-4A86-9063-669E7961DFC3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227149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5BF6079-BF15-44C6-8CA3-4415E24AD1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80683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81153200-27D0-478C-981D-37FECDC13CD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9100" y="1181100"/>
            <a:ext cx="11353800" cy="448310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2C039B-92F3-40F6-B3D7-2227C2FF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88" y="146304"/>
            <a:ext cx="11258619" cy="480131"/>
          </a:xfr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IN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7EE10BE-F99F-4FCB-8083-DACEC63A64C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9E2BB55-9C89-4D00-AC24-F0213A214F6F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EF0067-11E9-4104-83C3-E9413C0BF253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2245855-10F9-4385-AE30-E62CE374625C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719DBD3-22C7-446C-AC04-C27300D55A34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139F2478-2923-4B3A-A5D3-9E1DA84A9705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480941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5BF6079-BF15-44C6-8CA3-4415E24AD1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44530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5BF6079-BF15-44C6-8CA3-4415E24AD1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D32C039B-92F3-40F6-B3D7-2227C2FF4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88" y="146304"/>
            <a:ext cx="11258619" cy="480131"/>
          </a:xfr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IN"/>
            </a:lvl1pPr>
          </a:lstStyle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37015A4-463D-4279-842D-2647B56339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95966" y="1298540"/>
            <a:ext cx="1743075" cy="2066359"/>
          </a:xfrm>
          <a:prstGeom prst="roundRect">
            <a:avLst>
              <a:gd name="adj" fmla="val 9017"/>
            </a:avLst>
          </a:prstGeom>
          <a:solidFill>
            <a:schemeClr val="bg1"/>
          </a:solidFill>
          <a:ln w="38614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>
            <a:lvl1pPr>
              <a:defRPr lang="en-IN" sz="1800" dirty="0">
                <a:latin typeface="+mn-lt"/>
              </a:defRPr>
            </a:lvl1pPr>
          </a:lstStyle>
          <a:p>
            <a:pPr marL="0" lvl="0"/>
            <a:endParaRPr lang="en-IN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A81E129-E4C4-44C9-AB0F-B823CDFBB0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73456" y="6329792"/>
            <a:ext cx="450764" cy="42752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5A5D98B-4B12-4B79-A87B-8EEC370878FD}"/>
              </a:ext>
            </a:extLst>
          </p:cNvPr>
          <p:cNvGrpSpPr/>
          <p:nvPr userDrawn="1"/>
        </p:nvGrpSpPr>
        <p:grpSpPr>
          <a:xfrm>
            <a:off x="0" y="0"/>
            <a:ext cx="431292" cy="536227"/>
            <a:chOff x="0" y="0"/>
            <a:chExt cx="431292" cy="53622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E19C22A-9722-40F6-9389-24F3EE7B1AE4}"/>
                </a:ext>
              </a:extLst>
            </p:cNvPr>
            <p:cNvSpPr/>
            <p:nvPr/>
          </p:nvSpPr>
          <p:spPr>
            <a:xfrm flipH="1">
              <a:off x="349078" y="0"/>
              <a:ext cx="70797" cy="472786"/>
            </a:xfrm>
            <a:custGeom>
              <a:avLst/>
              <a:gdLst>
                <a:gd name="connsiteX0" fmla="*/ 28158 w 70797"/>
                <a:gd name="connsiteY0" fmla="*/ 0 h 472786"/>
                <a:gd name="connsiteX1" fmla="*/ 0 w 70797"/>
                <a:gd name="connsiteY1" fmla="*/ 0 h 472786"/>
                <a:gd name="connsiteX2" fmla="*/ 0 w 70797"/>
                <a:gd name="connsiteY2" fmla="*/ 395553 h 472786"/>
                <a:gd name="connsiteX3" fmla="*/ 50952 w 70797"/>
                <a:gd name="connsiteY3" fmla="*/ 468763 h 472786"/>
                <a:gd name="connsiteX4" fmla="*/ 70797 w 70797"/>
                <a:gd name="connsiteY4" fmla="*/ 472786 h 472786"/>
                <a:gd name="connsiteX5" fmla="*/ 28158 w 70797"/>
                <a:gd name="connsiteY5" fmla="*/ 414326 h 4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7" h="472786">
                  <a:moveTo>
                    <a:pt x="28158" y="0"/>
                  </a:moveTo>
                  <a:lnTo>
                    <a:pt x="0" y="0"/>
                  </a:lnTo>
                  <a:lnTo>
                    <a:pt x="0" y="395553"/>
                  </a:lnTo>
                  <a:cubicBezTo>
                    <a:pt x="0" y="434170"/>
                    <a:pt x="24135" y="460182"/>
                    <a:pt x="50952" y="468763"/>
                  </a:cubicBezTo>
                  <a:cubicBezTo>
                    <a:pt x="57657" y="470909"/>
                    <a:pt x="61412" y="471982"/>
                    <a:pt x="70797" y="472786"/>
                  </a:cubicBezTo>
                  <a:cubicBezTo>
                    <a:pt x="45858" y="463669"/>
                    <a:pt x="28158" y="442215"/>
                    <a:pt x="28158" y="414326"/>
                  </a:cubicBezTo>
                  <a:close/>
                </a:path>
              </a:pathLst>
            </a:custGeom>
            <a:solidFill>
              <a:srgbClr val="3D3D3D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EB1A3F3-32A2-46A3-BDA9-5590CE176FC0}"/>
                </a:ext>
              </a:extLst>
            </p:cNvPr>
            <p:cNvSpPr/>
            <p:nvPr/>
          </p:nvSpPr>
          <p:spPr>
            <a:xfrm flipH="1">
              <a:off x="0" y="397698"/>
              <a:ext cx="431292" cy="101905"/>
            </a:xfrm>
            <a:custGeom>
              <a:avLst/>
              <a:gdLst>
                <a:gd name="connsiteX0" fmla="*/ 0 w 431292"/>
                <a:gd name="connsiteY0" fmla="*/ 0 h 101905"/>
                <a:gd name="connsiteX1" fmla="*/ 0 w 431292"/>
                <a:gd name="connsiteY1" fmla="*/ 22258 h 101905"/>
                <a:gd name="connsiteX2" fmla="*/ 79647 w 431292"/>
                <a:gd name="connsiteY2" fmla="*/ 101905 h 101905"/>
                <a:gd name="connsiteX3" fmla="*/ 431292 w 431292"/>
                <a:gd name="connsiteY3" fmla="*/ 101905 h 101905"/>
                <a:gd name="connsiteX4" fmla="*/ 431292 w 431292"/>
                <a:gd name="connsiteY4" fmla="*/ 75087 h 101905"/>
                <a:gd name="connsiteX5" fmla="*/ 75356 w 431292"/>
                <a:gd name="connsiteY5" fmla="*/ 75087 h 101905"/>
                <a:gd name="connsiteX6" fmla="*/ 0 w 431292"/>
                <a:gd name="connsiteY6" fmla="*/ 0 h 10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1905">
                  <a:moveTo>
                    <a:pt x="0" y="0"/>
                  </a:moveTo>
                  <a:lnTo>
                    <a:pt x="0" y="22258"/>
                  </a:lnTo>
                  <a:cubicBezTo>
                    <a:pt x="0" y="66239"/>
                    <a:pt x="35666" y="101905"/>
                    <a:pt x="79647" y="101905"/>
                  </a:cubicBezTo>
                  <a:lnTo>
                    <a:pt x="431292" y="101905"/>
                  </a:lnTo>
                  <a:lnTo>
                    <a:pt x="431292" y="75087"/>
                  </a:lnTo>
                  <a:lnTo>
                    <a:pt x="75356" y="75087"/>
                  </a:lnTo>
                  <a:cubicBezTo>
                    <a:pt x="33789" y="75087"/>
                    <a:pt x="0" y="41566"/>
                    <a:pt x="0" y="0"/>
                  </a:cubicBezTo>
                  <a:close/>
                </a:path>
              </a:pathLst>
            </a:custGeom>
            <a:solidFill>
              <a:srgbClr val="3CC3F2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E283870-6059-417D-A895-E886A74E03A8}"/>
                </a:ext>
              </a:extLst>
            </p:cNvPr>
            <p:cNvSpPr/>
            <p:nvPr/>
          </p:nvSpPr>
          <p:spPr>
            <a:xfrm flipH="1">
              <a:off x="0" y="431105"/>
              <a:ext cx="431292" cy="105122"/>
            </a:xfrm>
            <a:custGeom>
              <a:avLst/>
              <a:gdLst>
                <a:gd name="connsiteX0" fmla="*/ 0 w 431292"/>
                <a:gd name="connsiteY0" fmla="*/ 0 h 105122"/>
                <a:gd name="connsiteX1" fmla="*/ 0 w 431292"/>
                <a:gd name="connsiteY1" fmla="*/ 29767 h 105122"/>
                <a:gd name="connsiteX2" fmla="*/ 75356 w 431292"/>
                <a:gd name="connsiteY2" fmla="*/ 105122 h 105122"/>
                <a:gd name="connsiteX3" fmla="*/ 431292 w 431292"/>
                <a:gd name="connsiteY3" fmla="*/ 105122 h 105122"/>
                <a:gd name="connsiteX4" fmla="*/ 431292 w 431292"/>
                <a:gd name="connsiteY4" fmla="*/ 79647 h 105122"/>
                <a:gd name="connsiteX5" fmla="*/ 79647 w 431292"/>
                <a:gd name="connsiteY5" fmla="*/ 79647 h 105122"/>
                <a:gd name="connsiteX6" fmla="*/ 0 w 431292"/>
                <a:gd name="connsiteY6" fmla="*/ 0 h 105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292" h="105122">
                  <a:moveTo>
                    <a:pt x="0" y="0"/>
                  </a:moveTo>
                  <a:lnTo>
                    <a:pt x="0" y="29767"/>
                  </a:lnTo>
                  <a:cubicBezTo>
                    <a:pt x="0" y="71333"/>
                    <a:pt x="33789" y="105122"/>
                    <a:pt x="75356" y="105122"/>
                  </a:cubicBezTo>
                  <a:lnTo>
                    <a:pt x="431292" y="105122"/>
                  </a:lnTo>
                  <a:lnTo>
                    <a:pt x="431292" y="79647"/>
                  </a:lnTo>
                  <a:lnTo>
                    <a:pt x="79647" y="79647"/>
                  </a:lnTo>
                  <a:cubicBezTo>
                    <a:pt x="35666" y="79647"/>
                    <a:pt x="0" y="43980"/>
                    <a:pt x="0" y="0"/>
                  </a:cubicBezTo>
                  <a:close/>
                </a:path>
              </a:pathLst>
            </a:custGeom>
            <a:solidFill>
              <a:srgbClr val="EA7B2C"/>
            </a:solidFill>
            <a:ln w="22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AB507E2F-6857-4289-B0A4-ADACB63656FB}"/>
              </a:ext>
            </a:extLst>
          </p:cNvPr>
          <p:cNvSpPr/>
          <p:nvPr userDrawn="1"/>
        </p:nvSpPr>
        <p:spPr>
          <a:xfrm>
            <a:off x="33798" y="6438900"/>
            <a:ext cx="385302" cy="41909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E86BE84A-7206-4CCC-9815-F8BB600ADE48}" type="slidenum">
              <a:rPr lang="en-IN" sz="900" smtClean="0"/>
              <a:pPr lvl="0" algn="ctr"/>
              <a:t>‹#›</a:t>
            </a:fld>
            <a:endParaRPr lang="en-IN" sz="9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C2ABE-68C3-498B-8D67-C09B85B184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8629" y="1298540"/>
            <a:ext cx="8582077" cy="478004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3A1598-6647-472A-80D7-33EF5712E2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95375" y="3570288"/>
            <a:ext cx="1743075" cy="287609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1823073-F3E3-451F-9D17-5068AABB12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5375" y="3919481"/>
            <a:ext cx="1743075" cy="287609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E86B718-E8C6-4B79-B60B-3F13F7BF5E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375" y="4268674"/>
            <a:ext cx="1743075" cy="18099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Other Info</a:t>
            </a:r>
          </a:p>
        </p:txBody>
      </p:sp>
    </p:spTree>
    <p:extLst>
      <p:ext uri="{BB962C8B-B14F-4D97-AF65-F5344CB8AC3E}">
        <p14:creationId xmlns:p14="http://schemas.microsoft.com/office/powerpoint/2010/main" val="39304114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2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FC66F5B-2423-4A90-8845-4810E1B6B0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35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1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395892FC-6A84-4522-8128-9CB8FD6A6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5"/>
          <a:stretch/>
        </p:blipFill>
        <p:spPr>
          <a:xfrm>
            <a:off x="-26665" y="2151018"/>
            <a:ext cx="12218666" cy="4229972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601C6BF-F874-4A6F-8C23-D98622C61873}"/>
              </a:ext>
            </a:extLst>
          </p:cNvPr>
          <p:cNvSpPr txBox="1">
            <a:spLocks/>
          </p:cNvSpPr>
          <p:nvPr userDrawn="1"/>
        </p:nvSpPr>
        <p:spPr>
          <a:xfrm>
            <a:off x="1464786" y="1376346"/>
            <a:ext cx="3064633" cy="50649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1">
              <a:defRPr/>
            </a:pPr>
            <a:r>
              <a:rPr lang="en-US" sz="1200" dirty="0">
                <a:solidFill>
                  <a:schemeClr val="tx1"/>
                </a:solidFill>
                <a:latin typeface="Exo 2.0" panose="020B0604020202020204" charset="0"/>
                <a:sym typeface="Cambria" panose="02040503050406030204" pitchFamily="18" charset="0"/>
              </a:rPr>
              <a:t>Email for anything, any time!</a:t>
            </a:r>
          </a:p>
          <a:p>
            <a:pPr defTabSz="457181">
              <a:defRPr/>
            </a:pPr>
            <a:r>
              <a:rPr lang="en-US" sz="1200" dirty="0">
                <a:solidFill>
                  <a:schemeClr val="accent1"/>
                </a:solidFill>
                <a:latin typeface="Exo 2.0" panose="020B0604020202020204" charset="0"/>
                <a:sym typeface="Cambria" panose="02040503050406030204" pitchFamily="18" charset="0"/>
              </a:rPr>
              <a:t>support@ezworks.io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3EA6D40F-8EED-48C8-99FB-1418B1B422B4}"/>
              </a:ext>
            </a:extLst>
          </p:cNvPr>
          <p:cNvSpPr txBox="1">
            <a:spLocks/>
          </p:cNvSpPr>
          <p:nvPr userDrawn="1"/>
        </p:nvSpPr>
        <p:spPr>
          <a:xfrm>
            <a:off x="1464786" y="445588"/>
            <a:ext cx="6758578" cy="3877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1">
              <a:defRPr/>
            </a:pPr>
            <a:r>
              <a:rPr lang="en-US" sz="1200" dirty="0">
                <a:solidFill>
                  <a:srgbClr val="112949"/>
                </a:solidFill>
                <a:latin typeface="Exo 2.0" panose="020B0604020202020204" charset="0"/>
                <a:sym typeface="Cambria" panose="02040503050406030204" pitchFamily="18" charset="0"/>
              </a:rPr>
              <a:t>Global Entity:	</a:t>
            </a:r>
            <a:r>
              <a:rPr lang="en-US" sz="1200" b="1" dirty="0">
                <a:solidFill>
                  <a:srgbClr val="112949"/>
                </a:solidFill>
                <a:latin typeface="Exo 2.0" panose="020B0604020202020204" charset="0"/>
                <a:sym typeface="Cambria" panose="02040503050406030204" pitchFamily="18" charset="0"/>
              </a:rPr>
              <a:t>EZ Lab Private Limited</a:t>
            </a:r>
          </a:p>
          <a:p>
            <a:pPr defTabSz="457181">
              <a:defRPr/>
            </a:pPr>
            <a:r>
              <a:rPr lang="en-US" sz="1200" dirty="0">
                <a:solidFill>
                  <a:srgbClr val="112949"/>
                </a:solidFill>
                <a:latin typeface="Exo 2.0" panose="020B0604020202020204" charset="0"/>
                <a:sym typeface="Cambria" panose="02040503050406030204" pitchFamily="18" charset="0"/>
              </a:rPr>
              <a:t>			HBR Chowk, Sector 62, Gurugram, Haryana – 122001, INDIA</a:t>
            </a:r>
          </a:p>
          <a:p>
            <a:pPr defTabSz="457181">
              <a:spcBef>
                <a:spcPts val="600"/>
              </a:spcBef>
              <a:defRPr/>
            </a:pPr>
            <a:r>
              <a:rPr lang="en-US" sz="1200" dirty="0">
                <a:solidFill>
                  <a:srgbClr val="112949"/>
                </a:solidFill>
                <a:latin typeface="Exo 2.0" panose="020B0604020202020204" charset="0"/>
                <a:sym typeface="Cambria" panose="02040503050406030204" pitchFamily="18" charset="0"/>
              </a:rPr>
              <a:t>UAE Entity:		</a:t>
            </a:r>
            <a:r>
              <a:rPr lang="en-US" sz="1200" b="1" dirty="0" err="1">
                <a:solidFill>
                  <a:srgbClr val="112949"/>
                </a:solidFill>
                <a:latin typeface="Exo 2.0" panose="020B0604020202020204" charset="0"/>
                <a:sym typeface="Cambria" panose="02040503050406030204" pitchFamily="18" charset="0"/>
              </a:rPr>
              <a:t>ArabEasy</a:t>
            </a:r>
            <a:r>
              <a:rPr lang="en-US" sz="1200" b="1" dirty="0">
                <a:solidFill>
                  <a:srgbClr val="112949"/>
                </a:solidFill>
                <a:latin typeface="Exo 2.0" panose="020B0604020202020204" charset="0"/>
                <a:sym typeface="Cambria" panose="02040503050406030204" pitchFamily="18" charset="0"/>
              </a:rPr>
              <a:t> LLC.</a:t>
            </a:r>
          </a:p>
          <a:p>
            <a:pPr defTabSz="457181">
              <a:defRPr/>
            </a:pPr>
            <a:r>
              <a:rPr lang="en-US" sz="1200" dirty="0">
                <a:solidFill>
                  <a:srgbClr val="112949"/>
                </a:solidFill>
                <a:latin typeface="Exo 2.0" panose="020B0604020202020204" charset="0"/>
                <a:sym typeface="Cambria" panose="02040503050406030204" pitchFamily="18" charset="0"/>
              </a:rPr>
              <a:t>			Office 10, Level 1, Sharjah Media City, UAE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0C8776-C302-4530-AC70-BD79CE113D4C}"/>
              </a:ext>
            </a:extLst>
          </p:cNvPr>
          <p:cNvCxnSpPr>
            <a:cxnSpLocks/>
          </p:cNvCxnSpPr>
          <p:nvPr userDrawn="1"/>
        </p:nvCxnSpPr>
        <p:spPr>
          <a:xfrm>
            <a:off x="1567543" y="1376346"/>
            <a:ext cx="10624457" cy="0"/>
          </a:xfrm>
          <a:prstGeom prst="line">
            <a:avLst/>
          </a:prstGeom>
          <a:noFill/>
          <a:ln w="6350" cap="flat" cmpd="sng" algn="ctr">
            <a:solidFill>
              <a:srgbClr val="112949">
                <a:lumMod val="75000"/>
                <a:lumOff val="25000"/>
              </a:srgbClr>
            </a:solidFill>
            <a:prstDash val="solid"/>
            <a:miter lim="800000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42EB69D-D876-4347-97B5-C230F49BF23C}"/>
              </a:ext>
            </a:extLst>
          </p:cNvPr>
          <p:cNvSpPr/>
          <p:nvPr userDrawn="1"/>
        </p:nvSpPr>
        <p:spPr>
          <a:xfrm>
            <a:off x="0" y="6351499"/>
            <a:ext cx="12192000" cy="506503"/>
          </a:xfrm>
          <a:prstGeom prst="rect">
            <a:avLst/>
          </a:prstGeom>
          <a:solidFill>
            <a:srgbClr val="11294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5194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+mn-cs"/>
              <a:sym typeface="Arial"/>
            </a:endParaRP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44623246-5EF0-4B30-BD07-94E2E30D7CF5}"/>
              </a:ext>
            </a:extLst>
          </p:cNvPr>
          <p:cNvSpPr txBox="1">
            <a:spLocks/>
          </p:cNvSpPr>
          <p:nvPr userDrawn="1"/>
        </p:nvSpPr>
        <p:spPr>
          <a:xfrm>
            <a:off x="292101" y="6410850"/>
            <a:ext cx="6916833" cy="3877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1">
              <a:defRPr/>
            </a:pPr>
            <a:r>
              <a:rPr lang="en-US" sz="1400" dirty="0">
                <a:solidFill>
                  <a:srgbClr val="E7E6E6"/>
                </a:solidFill>
                <a:latin typeface="Exo 2.0" panose="020B0604020202020204" charset="0"/>
                <a:sym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www.ezworks.io</a:t>
            </a:r>
            <a:r>
              <a:rPr lang="en-US" sz="1400" dirty="0">
                <a:solidFill>
                  <a:srgbClr val="E7E6E6"/>
                </a:solidFill>
                <a:latin typeface="Exo 2.0" panose="020B0604020202020204" charset="0"/>
                <a:sym typeface="Cambria" panose="02040503050406030204" pitchFamily="18" charset="0"/>
              </a:rPr>
              <a:t> | </a:t>
            </a:r>
            <a:r>
              <a:rPr lang="en-US" sz="1400" dirty="0">
                <a:solidFill>
                  <a:srgbClr val="E7E6E6"/>
                </a:solidFill>
                <a:latin typeface="Exo 2.0" panose="020B0604020202020204" charset="0"/>
                <a:sym typeface="Cambria" panose="020405030504060302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www.ezlab.io</a:t>
            </a:r>
            <a:r>
              <a:rPr lang="en-US" sz="1400" dirty="0">
                <a:solidFill>
                  <a:srgbClr val="E7E6E6"/>
                </a:solidFill>
                <a:latin typeface="Exo 2.0" panose="020B0604020202020204" charset="0"/>
                <a:sym typeface="Cambria" panose="02040503050406030204" pitchFamily="18" charset="0"/>
              </a:rPr>
              <a:t> | </a:t>
            </a:r>
            <a:r>
              <a:rPr lang="en-US" sz="1400" dirty="0">
                <a:solidFill>
                  <a:srgbClr val="E7E6E6"/>
                </a:solidFill>
                <a:latin typeface="Exo 2.0" panose="020B0604020202020204" charset="0"/>
                <a:sym typeface="Cambria" panose="020405030504060302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www.arabeasy.com</a:t>
            </a:r>
            <a:endParaRPr lang="en-US" sz="1400" dirty="0">
              <a:solidFill>
                <a:srgbClr val="E7E6E6"/>
              </a:solidFill>
              <a:latin typeface="Exo 2.0" panose="020B0604020202020204" charset="0"/>
              <a:sym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C0E00F-0CFE-4E28-8636-FBD48CE176E9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11570" y="477010"/>
            <a:ext cx="823221" cy="780774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C4D765D-9B12-469C-A7B7-3D6EA629E62F}"/>
              </a:ext>
            </a:extLst>
          </p:cNvPr>
          <p:cNvSpPr/>
          <p:nvPr userDrawn="1"/>
        </p:nvSpPr>
        <p:spPr>
          <a:xfrm>
            <a:off x="2002971" y="3553097"/>
            <a:ext cx="740230" cy="339460"/>
          </a:xfrm>
          <a:prstGeom prst="wedgeRoundRectCallout">
            <a:avLst>
              <a:gd name="adj1" fmla="val -29604"/>
              <a:gd name="adj2" fmla="val 8108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Thank you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A7E355BE-5327-41F1-9738-85E4CDC6B614}"/>
              </a:ext>
            </a:extLst>
          </p:cNvPr>
          <p:cNvSpPr/>
          <p:nvPr userDrawn="1"/>
        </p:nvSpPr>
        <p:spPr>
          <a:xfrm>
            <a:off x="5342438" y="2732887"/>
            <a:ext cx="740230" cy="339460"/>
          </a:xfrm>
          <a:prstGeom prst="wedgeRoundRectCallout">
            <a:avLst>
              <a:gd name="adj1" fmla="val 48043"/>
              <a:gd name="adj2" fmla="val 104172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Merci</a:t>
            </a:r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BE023F13-3AD1-4C8A-BBE2-C024978E2C76}"/>
              </a:ext>
            </a:extLst>
          </p:cNvPr>
          <p:cNvSpPr/>
          <p:nvPr userDrawn="1"/>
        </p:nvSpPr>
        <p:spPr>
          <a:xfrm>
            <a:off x="7483134" y="4078351"/>
            <a:ext cx="740230" cy="339460"/>
          </a:xfrm>
          <a:prstGeom prst="wedgeRoundRectCallout">
            <a:avLst>
              <a:gd name="adj1" fmla="val -29604"/>
              <a:gd name="adj2" fmla="val 8108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50" dirty="0" err="1">
                <a:solidFill>
                  <a:schemeClr val="accent1"/>
                </a:solidFill>
              </a:rPr>
              <a:t>Grazie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FA6729C5-49A8-4426-BC88-688836D1B395}"/>
              </a:ext>
            </a:extLst>
          </p:cNvPr>
          <p:cNvSpPr/>
          <p:nvPr userDrawn="1"/>
        </p:nvSpPr>
        <p:spPr>
          <a:xfrm>
            <a:off x="10792391" y="1951428"/>
            <a:ext cx="740230" cy="339460"/>
          </a:xfrm>
          <a:prstGeom prst="wedgeRoundRectCallout">
            <a:avLst>
              <a:gd name="adj1" fmla="val -29604"/>
              <a:gd name="adj2" fmla="val 8108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r>
              <a:rPr lang="ar-AE" sz="1050" dirty="0">
                <a:solidFill>
                  <a:schemeClr val="accent1"/>
                </a:solidFill>
              </a:rPr>
              <a:t>شكرا لك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E7FE4AA5-A603-470D-A84A-8AB8005A8198}"/>
              </a:ext>
            </a:extLst>
          </p:cNvPr>
          <p:cNvSpPr/>
          <p:nvPr userDrawn="1"/>
        </p:nvSpPr>
        <p:spPr>
          <a:xfrm>
            <a:off x="11451770" y="2734404"/>
            <a:ext cx="740230" cy="339460"/>
          </a:xfrm>
          <a:prstGeom prst="wedgeRoundRectCallout">
            <a:avLst>
              <a:gd name="adj1" fmla="val -36663"/>
              <a:gd name="adj2" fmla="val 324798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r>
              <a:rPr lang="hi-IN" sz="1050" dirty="0">
                <a:solidFill>
                  <a:schemeClr val="accent1"/>
                </a:solidFill>
              </a:rPr>
              <a:t>धन्यवाद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25" name="Speech Bubble: Rectangle with Corners Rounded 24">
            <a:extLst>
              <a:ext uri="{FF2B5EF4-FFF2-40B4-BE49-F238E27FC236}">
                <a16:creationId xmlns:a16="http://schemas.microsoft.com/office/drawing/2014/main" id="{B2DC66CC-8F6B-4720-A40B-28B1F1C53CD5}"/>
              </a:ext>
            </a:extLst>
          </p:cNvPr>
          <p:cNvSpPr/>
          <p:nvPr userDrawn="1"/>
        </p:nvSpPr>
        <p:spPr>
          <a:xfrm>
            <a:off x="8616711" y="3595574"/>
            <a:ext cx="740230" cy="339460"/>
          </a:xfrm>
          <a:prstGeom prst="wedgeRoundRectCallout">
            <a:avLst>
              <a:gd name="adj1" fmla="val 26867"/>
              <a:gd name="adj2" fmla="val 9134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r>
              <a:rPr lang="az-Cyrl-AZ" sz="1050" dirty="0">
                <a:solidFill>
                  <a:schemeClr val="accent1"/>
                </a:solidFill>
              </a:rPr>
              <a:t>Спасибо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D0A9BDEA-802D-4EC5-BFCB-1806E0727068}"/>
              </a:ext>
            </a:extLst>
          </p:cNvPr>
          <p:cNvSpPr/>
          <p:nvPr userDrawn="1"/>
        </p:nvSpPr>
        <p:spPr>
          <a:xfrm>
            <a:off x="9607550" y="2367301"/>
            <a:ext cx="864089" cy="339460"/>
          </a:xfrm>
          <a:prstGeom prst="wedgeRoundRectCallout">
            <a:avLst>
              <a:gd name="adj1" fmla="val 44504"/>
              <a:gd name="adj2" fmla="val 12127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r>
              <a:rPr lang="en-US" sz="1050" dirty="0" err="1">
                <a:solidFill>
                  <a:schemeClr val="accent1"/>
                </a:solidFill>
              </a:rPr>
              <a:t>Terima</a:t>
            </a:r>
            <a:r>
              <a:rPr lang="en-US" sz="1050" dirty="0">
                <a:solidFill>
                  <a:schemeClr val="accent1"/>
                </a:solidFill>
              </a:rPr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240876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D911AB4-D30A-4C65-9F67-92214193CC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71976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think-cell Slide" r:id="rId17" imgW="354" imgH="355" progId="TCLayout.ActiveDocument.1">
                  <p:embed/>
                </p:oleObj>
              </mc:Choice>
              <mc:Fallback>
                <p:oleObj name="think-cell Slide" r:id="rId17" imgW="354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98CB1-C0B9-4C28-8E83-9448F5F2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292" y="275020"/>
            <a:ext cx="11329416" cy="812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C9E75-E87E-4410-B165-9A1B5B251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219200"/>
            <a:ext cx="11329416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514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84" r:id="rId3"/>
    <p:sldLayoutId id="2147483685" r:id="rId4"/>
    <p:sldLayoutId id="2147483650" r:id="rId5"/>
    <p:sldLayoutId id="2147483678" r:id="rId6"/>
    <p:sldLayoutId id="2147483677" r:id="rId7"/>
    <p:sldLayoutId id="2147483679" r:id="rId8"/>
    <p:sldLayoutId id="2147483680" r:id="rId9"/>
    <p:sldLayoutId id="2147483657" r:id="rId10"/>
    <p:sldLayoutId id="2147483675" r:id="rId11"/>
    <p:sldLayoutId id="2147483681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2800" b="0" kern="1200" dirty="0">
          <a:solidFill>
            <a:schemeClr val="tx1"/>
          </a:solidFill>
          <a:latin typeface="Exo 2.0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Exo 2.0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Exo 2.0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Exo 2.0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Exo 2.0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Exo 2.0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768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.jp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5.png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emf"/><Relationship Id="rId11" Type="http://schemas.openxmlformats.org/officeDocument/2006/relationships/image" Target="../media/image9.svg"/><Relationship Id="rId5" Type="http://schemas.openxmlformats.org/officeDocument/2006/relationships/image" Target="../media/image1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1.svg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1.emf"/><Relationship Id="rId10" Type="http://schemas.openxmlformats.org/officeDocument/2006/relationships/image" Target="../media/image14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7.svg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681C83-7323-4EF0-928D-F5599E0FC1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87095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0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806F926-B5ED-4F7D-A52B-910074B978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IN" dirty="0"/>
              <a:t>EZ Brand Guidelines 2.0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1B71F1D-E103-4895-AE71-384086DA71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12" r="1977" b="5470"/>
          <a:stretch/>
        </p:blipFill>
        <p:spPr>
          <a:xfrm>
            <a:off x="6577912" y="0"/>
            <a:ext cx="5614088" cy="5213351"/>
          </a:xfrm>
        </p:spPr>
      </p:pic>
    </p:spTree>
    <p:extLst>
      <p:ext uri="{BB962C8B-B14F-4D97-AF65-F5344CB8AC3E}">
        <p14:creationId xmlns:p14="http://schemas.microsoft.com/office/powerpoint/2010/main" val="363284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7112189-A4E2-44E7-86A9-44D4B61D083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7387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9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D6215D-595A-4D87-B535-15A7AC70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Entities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769C05-A731-43C7-927E-EF280F78C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3326" y="1430214"/>
            <a:ext cx="1156471" cy="1096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4AC098-16E9-460C-8BD6-11B808E231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326" y="2956553"/>
            <a:ext cx="3979817" cy="111597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34510D-73F9-43EE-9659-E8D5C12B39BD}"/>
              </a:ext>
            </a:extLst>
          </p:cNvPr>
          <p:cNvGrpSpPr/>
          <p:nvPr/>
        </p:nvGrpSpPr>
        <p:grpSpPr>
          <a:xfrm>
            <a:off x="3503326" y="4502026"/>
            <a:ext cx="5185348" cy="1115970"/>
            <a:chOff x="856508" y="1243505"/>
            <a:chExt cx="1969240" cy="42381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5E0F165-5604-4667-B01E-AB8056603F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6508" y="1243505"/>
              <a:ext cx="1969240" cy="41944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9DFAF17-AA75-402A-AA2E-6E52F35B762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r="68871"/>
            <a:stretch/>
          </p:blipFill>
          <p:spPr>
            <a:xfrm>
              <a:off x="856508" y="1243505"/>
              <a:ext cx="472227" cy="4238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1397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7112189-A4E2-44E7-86A9-44D4B61D083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80982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3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7112189-A4E2-44E7-86A9-44D4B61D08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D6215D-595A-4D87-B535-15A7AC70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Brand Image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E754D9-F1CB-4077-A2EE-ED6AEDEAE146}"/>
              </a:ext>
            </a:extLst>
          </p:cNvPr>
          <p:cNvGrpSpPr/>
          <p:nvPr/>
        </p:nvGrpSpPr>
        <p:grpSpPr>
          <a:xfrm>
            <a:off x="3173193" y="1409240"/>
            <a:ext cx="5845614" cy="4755040"/>
            <a:chOff x="594450" y="1409240"/>
            <a:chExt cx="5845614" cy="475504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4AB4C9-EDE4-473F-A158-54B4A942AC04}"/>
                </a:ext>
              </a:extLst>
            </p:cNvPr>
            <p:cNvSpPr/>
            <p:nvPr/>
          </p:nvSpPr>
          <p:spPr>
            <a:xfrm rot="5400000">
              <a:off x="1178309" y="2329396"/>
              <a:ext cx="1135937" cy="1135937"/>
            </a:xfrm>
            <a:custGeom>
              <a:avLst/>
              <a:gdLst>
                <a:gd name="connsiteX0" fmla="*/ 567969 w 1135937"/>
                <a:gd name="connsiteY0" fmla="*/ 0 h 1135937"/>
                <a:gd name="connsiteX1" fmla="*/ 1135937 w 1135937"/>
                <a:gd name="connsiteY1" fmla="*/ 567969 h 1135937"/>
                <a:gd name="connsiteX2" fmla="*/ 567969 w 1135937"/>
                <a:gd name="connsiteY2" fmla="*/ 1135937 h 1135937"/>
                <a:gd name="connsiteX3" fmla="*/ 0 w 1135937"/>
                <a:gd name="connsiteY3" fmla="*/ 567969 h 1135937"/>
                <a:gd name="connsiteX4" fmla="*/ 567969 w 1135937"/>
                <a:gd name="connsiteY4" fmla="*/ 0 h 113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937" h="1135937">
                  <a:moveTo>
                    <a:pt x="567969" y="0"/>
                  </a:moveTo>
                  <a:cubicBezTo>
                    <a:pt x="881477" y="0"/>
                    <a:pt x="1135937" y="254460"/>
                    <a:pt x="1135937" y="567969"/>
                  </a:cubicBezTo>
                  <a:cubicBezTo>
                    <a:pt x="1135937" y="881477"/>
                    <a:pt x="881477" y="1135937"/>
                    <a:pt x="567969" y="1135937"/>
                  </a:cubicBezTo>
                  <a:cubicBezTo>
                    <a:pt x="254460" y="1135937"/>
                    <a:pt x="0" y="881477"/>
                    <a:pt x="0" y="567969"/>
                  </a:cubicBezTo>
                  <a:cubicBezTo>
                    <a:pt x="0" y="254460"/>
                    <a:pt x="254460" y="0"/>
                    <a:pt x="567969" y="0"/>
                  </a:cubicBezTo>
                  <a:close/>
                </a:path>
              </a:pathLst>
            </a:custGeom>
            <a:solidFill>
              <a:schemeClr val="accent5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grpSp>
          <p:nvGrpSpPr>
            <p:cNvPr id="12" name="Graphic 2">
              <a:extLst>
                <a:ext uri="{FF2B5EF4-FFF2-40B4-BE49-F238E27FC236}">
                  <a16:creationId xmlns:a16="http://schemas.microsoft.com/office/drawing/2014/main" id="{759FC31C-85E1-46B1-8D5C-14F90734C7DA}"/>
                </a:ext>
              </a:extLst>
            </p:cNvPr>
            <p:cNvGrpSpPr/>
            <p:nvPr/>
          </p:nvGrpSpPr>
          <p:grpSpPr>
            <a:xfrm rot="5400000">
              <a:off x="1295991" y="2447504"/>
              <a:ext cx="900147" cy="900147"/>
              <a:chOff x="2373143" y="4863303"/>
              <a:chExt cx="900147" cy="900147"/>
            </a:xfrm>
            <a:solidFill>
              <a:srgbClr val="FFFFFF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520601D-CC1B-4308-89DC-AA9C661BF61C}"/>
                  </a:ext>
                </a:extLst>
              </p:cNvPr>
              <p:cNvSpPr/>
              <p:nvPr/>
            </p:nvSpPr>
            <p:spPr>
              <a:xfrm>
                <a:off x="2373143" y="4863303"/>
                <a:ext cx="900147" cy="900147"/>
              </a:xfrm>
              <a:custGeom>
                <a:avLst/>
                <a:gdLst>
                  <a:gd name="connsiteX0" fmla="*/ 734908 w 900147"/>
                  <a:gd name="connsiteY0" fmla="*/ 798629 h 900147"/>
                  <a:gd name="connsiteX1" fmla="*/ 101518 w 900147"/>
                  <a:gd name="connsiteY1" fmla="*/ 734908 h 900147"/>
                  <a:gd name="connsiteX2" fmla="*/ 165240 w 900147"/>
                  <a:gd name="connsiteY2" fmla="*/ 101518 h 900147"/>
                  <a:gd name="connsiteX3" fmla="*/ 798629 w 900147"/>
                  <a:gd name="connsiteY3" fmla="*/ 165240 h 900147"/>
                  <a:gd name="connsiteX4" fmla="*/ 734908 w 900147"/>
                  <a:gd name="connsiteY4" fmla="*/ 798629 h 900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0147" h="900147">
                    <a:moveTo>
                      <a:pt x="734908" y="798629"/>
                    </a:moveTo>
                    <a:cubicBezTo>
                      <a:pt x="542469" y="955808"/>
                      <a:pt x="258697" y="927346"/>
                      <a:pt x="101518" y="734908"/>
                    </a:cubicBezTo>
                    <a:cubicBezTo>
                      <a:pt x="-55661" y="542469"/>
                      <a:pt x="-27199" y="258698"/>
                      <a:pt x="165240" y="101518"/>
                    </a:cubicBezTo>
                    <a:cubicBezTo>
                      <a:pt x="357678" y="-55661"/>
                      <a:pt x="641450" y="-27199"/>
                      <a:pt x="798629" y="165240"/>
                    </a:cubicBezTo>
                    <a:cubicBezTo>
                      <a:pt x="955808" y="357253"/>
                      <a:pt x="927346" y="641025"/>
                      <a:pt x="734908" y="7986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2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Exo 2.0" panose="00000500000000000000" pitchFamily="50" charset="0"/>
                  <a:sym typeface="Exo 2.0" panose="00000500000000000000" pitchFamily="50" charset="0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B1E89CF-9D6B-48BC-85C4-53E7C5D767CE}"/>
                  </a:ext>
                </a:extLst>
              </p:cNvPr>
              <p:cNvSpPr/>
              <p:nvPr/>
            </p:nvSpPr>
            <p:spPr>
              <a:xfrm>
                <a:off x="2386877" y="4876612"/>
                <a:ext cx="872678" cy="872678"/>
              </a:xfrm>
              <a:custGeom>
                <a:avLst/>
                <a:gdLst>
                  <a:gd name="connsiteX0" fmla="*/ 625167 w 872678"/>
                  <a:gd name="connsiteY0" fmla="*/ 829500 h 872678"/>
                  <a:gd name="connsiteX1" fmla="*/ 829499 w 872678"/>
                  <a:gd name="connsiteY1" fmla="*/ 247512 h 872678"/>
                  <a:gd name="connsiteX2" fmla="*/ 247512 w 872678"/>
                  <a:gd name="connsiteY2" fmla="*/ 43179 h 872678"/>
                  <a:gd name="connsiteX3" fmla="*/ 43179 w 872678"/>
                  <a:gd name="connsiteY3" fmla="*/ 625167 h 872678"/>
                  <a:gd name="connsiteX4" fmla="*/ 625167 w 872678"/>
                  <a:gd name="connsiteY4" fmla="*/ 829500 h 872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2678" h="872678">
                    <a:moveTo>
                      <a:pt x="625167" y="829500"/>
                    </a:moveTo>
                    <a:cubicBezTo>
                      <a:pt x="842244" y="725422"/>
                      <a:pt x="934002" y="464589"/>
                      <a:pt x="829499" y="247512"/>
                    </a:cubicBezTo>
                    <a:cubicBezTo>
                      <a:pt x="725421" y="30435"/>
                      <a:pt x="464589" y="-61324"/>
                      <a:pt x="247512" y="43179"/>
                    </a:cubicBezTo>
                    <a:cubicBezTo>
                      <a:pt x="30435" y="147257"/>
                      <a:pt x="-61324" y="408090"/>
                      <a:pt x="43179" y="625167"/>
                    </a:cubicBezTo>
                    <a:cubicBezTo>
                      <a:pt x="147257" y="842244"/>
                      <a:pt x="408089" y="934002"/>
                      <a:pt x="625167" y="8295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2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Exo 2.0" panose="00000500000000000000" pitchFamily="50" charset="0"/>
                  <a:sym typeface="Exo 2.0" panose="00000500000000000000" pitchFamily="50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7D9A2BE-CA0C-47AD-8649-F492937C77C1}"/>
                </a:ext>
              </a:extLst>
            </p:cNvPr>
            <p:cNvSpPr/>
            <p:nvPr/>
          </p:nvSpPr>
          <p:spPr>
            <a:xfrm rot="5400000">
              <a:off x="2923422" y="4282380"/>
              <a:ext cx="1135937" cy="1135937"/>
            </a:xfrm>
            <a:custGeom>
              <a:avLst/>
              <a:gdLst>
                <a:gd name="connsiteX0" fmla="*/ 567969 w 1135937"/>
                <a:gd name="connsiteY0" fmla="*/ 0 h 1135937"/>
                <a:gd name="connsiteX1" fmla="*/ 1135937 w 1135937"/>
                <a:gd name="connsiteY1" fmla="*/ 567969 h 1135937"/>
                <a:gd name="connsiteX2" fmla="*/ 567969 w 1135937"/>
                <a:gd name="connsiteY2" fmla="*/ 1135938 h 1135937"/>
                <a:gd name="connsiteX3" fmla="*/ 0 w 1135937"/>
                <a:gd name="connsiteY3" fmla="*/ 567969 h 1135937"/>
                <a:gd name="connsiteX4" fmla="*/ 567969 w 1135937"/>
                <a:gd name="connsiteY4" fmla="*/ 0 h 113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937" h="1135937">
                  <a:moveTo>
                    <a:pt x="567969" y="0"/>
                  </a:moveTo>
                  <a:cubicBezTo>
                    <a:pt x="881477" y="0"/>
                    <a:pt x="1135937" y="254460"/>
                    <a:pt x="1135937" y="567969"/>
                  </a:cubicBezTo>
                  <a:cubicBezTo>
                    <a:pt x="1135937" y="881478"/>
                    <a:pt x="881477" y="1135938"/>
                    <a:pt x="567969" y="1135938"/>
                  </a:cubicBezTo>
                  <a:cubicBezTo>
                    <a:pt x="254460" y="1135938"/>
                    <a:pt x="0" y="881478"/>
                    <a:pt x="0" y="567969"/>
                  </a:cubicBezTo>
                  <a:cubicBezTo>
                    <a:pt x="0" y="254460"/>
                    <a:pt x="254035" y="0"/>
                    <a:pt x="567969" y="0"/>
                  </a:cubicBezTo>
                  <a:close/>
                </a:path>
              </a:pathLst>
            </a:custGeom>
            <a:solidFill>
              <a:schemeClr val="accent3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573DB9-B433-4CCE-AE69-060969AE2F19}"/>
                </a:ext>
              </a:extLst>
            </p:cNvPr>
            <p:cNvSpPr/>
            <p:nvPr/>
          </p:nvSpPr>
          <p:spPr>
            <a:xfrm rot="5400000">
              <a:off x="3041015" y="4400151"/>
              <a:ext cx="900324" cy="900147"/>
            </a:xfrm>
            <a:custGeom>
              <a:avLst/>
              <a:gdLst>
                <a:gd name="connsiteX0" fmla="*/ 734908 w 900324"/>
                <a:gd name="connsiteY0" fmla="*/ 798629 h 900147"/>
                <a:gd name="connsiteX1" fmla="*/ 101518 w 900324"/>
                <a:gd name="connsiteY1" fmla="*/ 734908 h 900147"/>
                <a:gd name="connsiteX2" fmla="*/ 165240 w 900324"/>
                <a:gd name="connsiteY2" fmla="*/ 101518 h 900147"/>
                <a:gd name="connsiteX3" fmla="*/ 798629 w 900324"/>
                <a:gd name="connsiteY3" fmla="*/ 165240 h 900147"/>
                <a:gd name="connsiteX4" fmla="*/ 734908 w 900324"/>
                <a:gd name="connsiteY4" fmla="*/ 798629 h 900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24" h="900147">
                  <a:moveTo>
                    <a:pt x="734908" y="798629"/>
                  </a:moveTo>
                  <a:cubicBezTo>
                    <a:pt x="542469" y="955808"/>
                    <a:pt x="258697" y="927346"/>
                    <a:pt x="101518" y="734908"/>
                  </a:cubicBezTo>
                  <a:cubicBezTo>
                    <a:pt x="-55661" y="542470"/>
                    <a:pt x="-27199" y="258697"/>
                    <a:pt x="165240" y="101518"/>
                  </a:cubicBezTo>
                  <a:cubicBezTo>
                    <a:pt x="357678" y="-55661"/>
                    <a:pt x="641450" y="-27199"/>
                    <a:pt x="798629" y="165240"/>
                  </a:cubicBezTo>
                  <a:cubicBezTo>
                    <a:pt x="956233" y="357678"/>
                    <a:pt x="927346" y="641025"/>
                    <a:pt x="734908" y="798629"/>
                  </a:cubicBezTo>
                  <a:close/>
                </a:path>
              </a:pathLst>
            </a:custGeom>
            <a:solidFill>
              <a:srgbClr val="FFFFFF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835597-8D6E-4B29-9BDB-851477BD7866}"/>
                </a:ext>
              </a:extLst>
            </p:cNvPr>
            <p:cNvSpPr/>
            <p:nvPr/>
          </p:nvSpPr>
          <p:spPr>
            <a:xfrm rot="5400000">
              <a:off x="3054931" y="4414314"/>
              <a:ext cx="872678" cy="872493"/>
            </a:xfrm>
            <a:custGeom>
              <a:avLst/>
              <a:gdLst>
                <a:gd name="connsiteX0" fmla="*/ 625167 w 872678"/>
                <a:gd name="connsiteY0" fmla="*/ 829499 h 872493"/>
                <a:gd name="connsiteX1" fmla="*/ 829499 w 872678"/>
                <a:gd name="connsiteY1" fmla="*/ 247512 h 872493"/>
                <a:gd name="connsiteX2" fmla="*/ 247512 w 872678"/>
                <a:gd name="connsiteY2" fmla="*/ 43179 h 872493"/>
                <a:gd name="connsiteX3" fmla="*/ 43179 w 872678"/>
                <a:gd name="connsiteY3" fmla="*/ 625167 h 872493"/>
                <a:gd name="connsiteX4" fmla="*/ 625167 w 872678"/>
                <a:gd name="connsiteY4" fmla="*/ 829499 h 87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678" h="872493">
                  <a:moveTo>
                    <a:pt x="625167" y="829499"/>
                  </a:moveTo>
                  <a:cubicBezTo>
                    <a:pt x="842244" y="724996"/>
                    <a:pt x="934002" y="464589"/>
                    <a:pt x="829499" y="247512"/>
                  </a:cubicBezTo>
                  <a:cubicBezTo>
                    <a:pt x="725421" y="30435"/>
                    <a:pt x="464589" y="-61324"/>
                    <a:pt x="247512" y="43179"/>
                  </a:cubicBezTo>
                  <a:cubicBezTo>
                    <a:pt x="30435" y="147257"/>
                    <a:pt x="-61324" y="408090"/>
                    <a:pt x="43179" y="625167"/>
                  </a:cubicBezTo>
                  <a:cubicBezTo>
                    <a:pt x="147257" y="842244"/>
                    <a:pt x="407665" y="933578"/>
                    <a:pt x="625167" y="829499"/>
                  </a:cubicBezTo>
                  <a:close/>
                </a:path>
              </a:pathLst>
            </a:custGeom>
            <a:solidFill>
              <a:srgbClr val="FFFFFF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F121E08-BF68-420B-80AB-0A4CFD97EBA6}"/>
                </a:ext>
              </a:extLst>
            </p:cNvPr>
            <p:cNvSpPr/>
            <p:nvPr/>
          </p:nvSpPr>
          <p:spPr>
            <a:xfrm rot="5400000">
              <a:off x="4663861" y="2340866"/>
              <a:ext cx="1135937" cy="1135937"/>
            </a:xfrm>
            <a:custGeom>
              <a:avLst/>
              <a:gdLst>
                <a:gd name="connsiteX0" fmla="*/ 567969 w 1135937"/>
                <a:gd name="connsiteY0" fmla="*/ 0 h 1135937"/>
                <a:gd name="connsiteX1" fmla="*/ 1135938 w 1135937"/>
                <a:gd name="connsiteY1" fmla="*/ 567969 h 1135937"/>
                <a:gd name="connsiteX2" fmla="*/ 567969 w 1135937"/>
                <a:gd name="connsiteY2" fmla="*/ 1135938 h 1135937"/>
                <a:gd name="connsiteX3" fmla="*/ 0 w 1135937"/>
                <a:gd name="connsiteY3" fmla="*/ 567969 h 1135937"/>
                <a:gd name="connsiteX4" fmla="*/ 567969 w 1135937"/>
                <a:gd name="connsiteY4" fmla="*/ 0 h 113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937" h="1135937">
                  <a:moveTo>
                    <a:pt x="567969" y="0"/>
                  </a:moveTo>
                  <a:cubicBezTo>
                    <a:pt x="881477" y="0"/>
                    <a:pt x="1135938" y="254460"/>
                    <a:pt x="1135938" y="567969"/>
                  </a:cubicBezTo>
                  <a:cubicBezTo>
                    <a:pt x="1135938" y="881477"/>
                    <a:pt x="881477" y="1135938"/>
                    <a:pt x="567969" y="1135938"/>
                  </a:cubicBezTo>
                  <a:cubicBezTo>
                    <a:pt x="254460" y="1135938"/>
                    <a:pt x="0" y="881477"/>
                    <a:pt x="0" y="567969"/>
                  </a:cubicBezTo>
                  <a:cubicBezTo>
                    <a:pt x="0" y="254035"/>
                    <a:pt x="254035" y="0"/>
                    <a:pt x="567969" y="0"/>
                  </a:cubicBezTo>
                  <a:close/>
                </a:path>
              </a:pathLst>
            </a:custGeom>
            <a:solidFill>
              <a:schemeClr val="accent1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419E5F14-85D6-40FD-8C48-02B351377F66}"/>
                </a:ext>
              </a:extLst>
            </p:cNvPr>
            <p:cNvGrpSpPr/>
            <p:nvPr/>
          </p:nvGrpSpPr>
          <p:grpSpPr>
            <a:xfrm rot="5400000">
              <a:off x="4781812" y="2458705"/>
              <a:ext cx="900460" cy="900147"/>
              <a:chOff x="2384188" y="1377325"/>
              <a:chExt cx="900460" cy="900147"/>
            </a:xfrm>
            <a:solidFill>
              <a:srgbClr val="FFFFFF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5F16B25-83E2-49EF-9A3D-55AEA5FC8A98}"/>
                  </a:ext>
                </a:extLst>
              </p:cNvPr>
              <p:cNvSpPr/>
              <p:nvPr/>
            </p:nvSpPr>
            <p:spPr>
              <a:xfrm>
                <a:off x="2384188" y="1377325"/>
                <a:ext cx="900460" cy="900147"/>
              </a:xfrm>
              <a:custGeom>
                <a:avLst/>
                <a:gdLst>
                  <a:gd name="connsiteX0" fmla="*/ 734908 w 900460"/>
                  <a:gd name="connsiteY0" fmla="*/ 798629 h 900147"/>
                  <a:gd name="connsiteX1" fmla="*/ 101518 w 900460"/>
                  <a:gd name="connsiteY1" fmla="*/ 734908 h 900147"/>
                  <a:gd name="connsiteX2" fmla="*/ 165240 w 900460"/>
                  <a:gd name="connsiteY2" fmla="*/ 101518 h 900147"/>
                  <a:gd name="connsiteX3" fmla="*/ 798629 w 900460"/>
                  <a:gd name="connsiteY3" fmla="*/ 165240 h 900147"/>
                  <a:gd name="connsiteX4" fmla="*/ 734908 w 900460"/>
                  <a:gd name="connsiteY4" fmla="*/ 798629 h 900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0460" h="900147">
                    <a:moveTo>
                      <a:pt x="734908" y="798629"/>
                    </a:moveTo>
                    <a:cubicBezTo>
                      <a:pt x="542469" y="955808"/>
                      <a:pt x="258697" y="927346"/>
                      <a:pt x="101518" y="734908"/>
                    </a:cubicBezTo>
                    <a:cubicBezTo>
                      <a:pt x="-55661" y="542470"/>
                      <a:pt x="-27199" y="258697"/>
                      <a:pt x="165240" y="101518"/>
                    </a:cubicBezTo>
                    <a:cubicBezTo>
                      <a:pt x="357678" y="-55661"/>
                      <a:pt x="641450" y="-27199"/>
                      <a:pt x="798629" y="165240"/>
                    </a:cubicBezTo>
                    <a:cubicBezTo>
                      <a:pt x="956233" y="357678"/>
                      <a:pt x="927771" y="641450"/>
                      <a:pt x="734908" y="7986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2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Exo 2.0" panose="00000500000000000000" pitchFamily="50" charset="0"/>
                  <a:sym typeface="Exo 2.0" panose="00000500000000000000" pitchFamily="50" charset="0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090C502-760F-43B4-9885-17429AD8A38A}"/>
                  </a:ext>
                </a:extLst>
              </p:cNvPr>
              <p:cNvSpPr/>
              <p:nvPr/>
            </p:nvSpPr>
            <p:spPr>
              <a:xfrm>
                <a:off x="2398347" y="1391060"/>
                <a:ext cx="872678" cy="872678"/>
              </a:xfrm>
              <a:custGeom>
                <a:avLst/>
                <a:gdLst>
                  <a:gd name="connsiteX0" fmla="*/ 625167 w 872678"/>
                  <a:gd name="connsiteY0" fmla="*/ 829499 h 872678"/>
                  <a:gd name="connsiteX1" fmla="*/ 829499 w 872678"/>
                  <a:gd name="connsiteY1" fmla="*/ 247512 h 872678"/>
                  <a:gd name="connsiteX2" fmla="*/ 247512 w 872678"/>
                  <a:gd name="connsiteY2" fmla="*/ 43179 h 872678"/>
                  <a:gd name="connsiteX3" fmla="*/ 43179 w 872678"/>
                  <a:gd name="connsiteY3" fmla="*/ 625167 h 872678"/>
                  <a:gd name="connsiteX4" fmla="*/ 625167 w 872678"/>
                  <a:gd name="connsiteY4" fmla="*/ 829499 h 872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2678" h="872678">
                    <a:moveTo>
                      <a:pt x="625167" y="829499"/>
                    </a:moveTo>
                    <a:cubicBezTo>
                      <a:pt x="842244" y="725421"/>
                      <a:pt x="934002" y="464589"/>
                      <a:pt x="829499" y="247512"/>
                    </a:cubicBezTo>
                    <a:cubicBezTo>
                      <a:pt x="725421" y="30435"/>
                      <a:pt x="464589" y="-61324"/>
                      <a:pt x="247512" y="43179"/>
                    </a:cubicBezTo>
                    <a:cubicBezTo>
                      <a:pt x="30435" y="147257"/>
                      <a:pt x="-61324" y="408090"/>
                      <a:pt x="43179" y="625167"/>
                    </a:cubicBezTo>
                    <a:cubicBezTo>
                      <a:pt x="147257" y="842244"/>
                      <a:pt x="407665" y="934002"/>
                      <a:pt x="625167" y="8294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2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Exo 2.0" panose="00000500000000000000" pitchFamily="50" charset="0"/>
                  <a:sym typeface="Exo 2.0" panose="00000500000000000000" pitchFamily="50" charset="0"/>
                </a:endParaRP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733EA6C-44FA-42BA-9858-C2DC3B562894}"/>
                </a:ext>
              </a:extLst>
            </p:cNvPr>
            <p:cNvSpPr/>
            <p:nvPr/>
          </p:nvSpPr>
          <p:spPr>
            <a:xfrm rot="5400000">
              <a:off x="4893895" y="1905225"/>
              <a:ext cx="667373" cy="1333048"/>
            </a:xfrm>
            <a:custGeom>
              <a:avLst/>
              <a:gdLst>
                <a:gd name="connsiteX0" fmla="*/ 667374 w 667373"/>
                <a:gd name="connsiteY0" fmla="*/ 1317331 h 1333048"/>
                <a:gd name="connsiteX1" fmla="*/ 666524 w 667373"/>
                <a:gd name="connsiteY1" fmla="*/ 1317331 h 1333048"/>
                <a:gd name="connsiteX2" fmla="*/ 15718 w 667373"/>
                <a:gd name="connsiteY2" fmla="*/ 666524 h 1333048"/>
                <a:gd name="connsiteX3" fmla="*/ 666524 w 667373"/>
                <a:gd name="connsiteY3" fmla="*/ 15718 h 1333048"/>
                <a:gd name="connsiteX4" fmla="*/ 667374 w 667373"/>
                <a:gd name="connsiteY4" fmla="*/ 15718 h 1333048"/>
                <a:gd name="connsiteX5" fmla="*/ 667374 w 667373"/>
                <a:gd name="connsiteY5" fmla="*/ 0 h 1333048"/>
                <a:gd name="connsiteX6" fmla="*/ 666524 w 667373"/>
                <a:gd name="connsiteY6" fmla="*/ 0 h 1333048"/>
                <a:gd name="connsiteX7" fmla="*/ 0 w 667373"/>
                <a:gd name="connsiteY7" fmla="*/ 666524 h 1333048"/>
                <a:gd name="connsiteX8" fmla="*/ 666524 w 667373"/>
                <a:gd name="connsiteY8" fmla="*/ 1333049 h 1333048"/>
                <a:gd name="connsiteX9" fmla="*/ 667374 w 667373"/>
                <a:gd name="connsiteY9" fmla="*/ 1333049 h 1333048"/>
                <a:gd name="connsiteX10" fmla="*/ 667374 w 667373"/>
                <a:gd name="connsiteY10" fmla="*/ 1317331 h 1333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7373" h="1333048">
                  <a:moveTo>
                    <a:pt x="667374" y="1317331"/>
                  </a:moveTo>
                  <a:cubicBezTo>
                    <a:pt x="666949" y="1317331"/>
                    <a:pt x="666949" y="1317331"/>
                    <a:pt x="666524" y="1317331"/>
                  </a:cubicBezTo>
                  <a:cubicBezTo>
                    <a:pt x="307561" y="1317331"/>
                    <a:pt x="15718" y="1025487"/>
                    <a:pt x="15718" y="666524"/>
                  </a:cubicBezTo>
                  <a:cubicBezTo>
                    <a:pt x="15718" y="307561"/>
                    <a:pt x="307561" y="15718"/>
                    <a:pt x="666524" y="15718"/>
                  </a:cubicBezTo>
                  <a:cubicBezTo>
                    <a:pt x="666949" y="15718"/>
                    <a:pt x="666949" y="15718"/>
                    <a:pt x="667374" y="15718"/>
                  </a:cubicBezTo>
                  <a:lnTo>
                    <a:pt x="667374" y="0"/>
                  </a:lnTo>
                  <a:cubicBezTo>
                    <a:pt x="666949" y="0"/>
                    <a:pt x="666949" y="0"/>
                    <a:pt x="666524" y="0"/>
                  </a:cubicBezTo>
                  <a:cubicBezTo>
                    <a:pt x="299065" y="0"/>
                    <a:pt x="0" y="299065"/>
                    <a:pt x="0" y="666524"/>
                  </a:cubicBezTo>
                  <a:cubicBezTo>
                    <a:pt x="0" y="1033984"/>
                    <a:pt x="299065" y="1333049"/>
                    <a:pt x="666524" y="1333049"/>
                  </a:cubicBezTo>
                  <a:cubicBezTo>
                    <a:pt x="666949" y="1333049"/>
                    <a:pt x="666949" y="1333049"/>
                    <a:pt x="667374" y="1333049"/>
                  </a:cubicBezTo>
                  <a:lnTo>
                    <a:pt x="667374" y="1317331"/>
                  </a:lnTo>
                  <a:close/>
                </a:path>
              </a:pathLst>
            </a:custGeom>
            <a:solidFill>
              <a:srgbClr val="575756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A75AA7A-FD7E-4D8E-8D9E-FAE8FB0E5A69}"/>
                </a:ext>
              </a:extLst>
            </p:cNvPr>
            <p:cNvSpPr/>
            <p:nvPr/>
          </p:nvSpPr>
          <p:spPr>
            <a:xfrm rot="5400000">
              <a:off x="3161101" y="3848439"/>
              <a:ext cx="662276" cy="1333048"/>
            </a:xfrm>
            <a:custGeom>
              <a:avLst/>
              <a:gdLst>
                <a:gd name="connsiteX0" fmla="*/ 662276 w 662276"/>
                <a:gd name="connsiteY0" fmla="*/ 1316906 h 1333048"/>
                <a:gd name="connsiteX1" fmla="*/ 15718 w 662276"/>
                <a:gd name="connsiteY1" fmla="*/ 666099 h 1333048"/>
                <a:gd name="connsiteX2" fmla="*/ 662276 w 662276"/>
                <a:gd name="connsiteY2" fmla="*/ 15293 h 1333048"/>
                <a:gd name="connsiteX3" fmla="*/ 662276 w 662276"/>
                <a:gd name="connsiteY3" fmla="*/ 0 h 1333048"/>
                <a:gd name="connsiteX4" fmla="*/ 0 w 662276"/>
                <a:gd name="connsiteY4" fmla="*/ 666524 h 1333048"/>
                <a:gd name="connsiteX5" fmla="*/ 662276 w 662276"/>
                <a:gd name="connsiteY5" fmla="*/ 1333049 h 1333048"/>
                <a:gd name="connsiteX6" fmla="*/ 662276 w 662276"/>
                <a:gd name="connsiteY6" fmla="*/ 1316906 h 1333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276" h="1333048">
                  <a:moveTo>
                    <a:pt x="662276" y="1316906"/>
                  </a:moveTo>
                  <a:cubicBezTo>
                    <a:pt x="305437" y="1314782"/>
                    <a:pt x="15718" y="1023363"/>
                    <a:pt x="15718" y="666099"/>
                  </a:cubicBezTo>
                  <a:cubicBezTo>
                    <a:pt x="15718" y="308836"/>
                    <a:pt x="305437" y="17417"/>
                    <a:pt x="662276" y="15293"/>
                  </a:cubicBezTo>
                  <a:lnTo>
                    <a:pt x="662276" y="0"/>
                  </a:lnTo>
                  <a:cubicBezTo>
                    <a:pt x="296941" y="2124"/>
                    <a:pt x="0" y="300339"/>
                    <a:pt x="0" y="666524"/>
                  </a:cubicBezTo>
                  <a:cubicBezTo>
                    <a:pt x="0" y="1032709"/>
                    <a:pt x="296516" y="1330500"/>
                    <a:pt x="662276" y="1333049"/>
                  </a:cubicBezTo>
                  <a:lnTo>
                    <a:pt x="662276" y="1316906"/>
                  </a:lnTo>
                  <a:close/>
                </a:path>
              </a:pathLst>
            </a:custGeom>
            <a:solidFill>
              <a:srgbClr val="575756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C6F6916-C817-4FF8-A500-0AB32BC4C897}"/>
                </a:ext>
              </a:extLst>
            </p:cNvPr>
            <p:cNvSpPr/>
            <p:nvPr/>
          </p:nvSpPr>
          <p:spPr>
            <a:xfrm rot="5400000">
              <a:off x="1411528" y="1899065"/>
              <a:ext cx="669497" cy="1333048"/>
            </a:xfrm>
            <a:custGeom>
              <a:avLst/>
              <a:gdLst>
                <a:gd name="connsiteX0" fmla="*/ 669498 w 669497"/>
                <a:gd name="connsiteY0" fmla="*/ 1317331 h 1333048"/>
                <a:gd name="connsiteX1" fmla="*/ 666524 w 669497"/>
                <a:gd name="connsiteY1" fmla="*/ 1317331 h 1333048"/>
                <a:gd name="connsiteX2" fmla="*/ 15718 w 669497"/>
                <a:gd name="connsiteY2" fmla="*/ 666524 h 1333048"/>
                <a:gd name="connsiteX3" fmla="*/ 666524 w 669497"/>
                <a:gd name="connsiteY3" fmla="*/ 15718 h 1333048"/>
                <a:gd name="connsiteX4" fmla="*/ 669498 w 669497"/>
                <a:gd name="connsiteY4" fmla="*/ 15718 h 1333048"/>
                <a:gd name="connsiteX5" fmla="*/ 669498 w 669497"/>
                <a:gd name="connsiteY5" fmla="*/ 0 h 1333048"/>
                <a:gd name="connsiteX6" fmla="*/ 666524 w 669497"/>
                <a:gd name="connsiteY6" fmla="*/ 0 h 1333048"/>
                <a:gd name="connsiteX7" fmla="*/ 0 w 669497"/>
                <a:gd name="connsiteY7" fmla="*/ 666524 h 1333048"/>
                <a:gd name="connsiteX8" fmla="*/ 666524 w 669497"/>
                <a:gd name="connsiteY8" fmla="*/ 1333049 h 1333048"/>
                <a:gd name="connsiteX9" fmla="*/ 669498 w 669497"/>
                <a:gd name="connsiteY9" fmla="*/ 1333049 h 1333048"/>
                <a:gd name="connsiteX10" fmla="*/ 669498 w 669497"/>
                <a:gd name="connsiteY10" fmla="*/ 1317331 h 1333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497" h="1333048">
                  <a:moveTo>
                    <a:pt x="669498" y="1317331"/>
                  </a:moveTo>
                  <a:cubicBezTo>
                    <a:pt x="668648" y="1317331"/>
                    <a:pt x="667799" y="1317331"/>
                    <a:pt x="666524" y="1317331"/>
                  </a:cubicBezTo>
                  <a:cubicBezTo>
                    <a:pt x="307561" y="1317331"/>
                    <a:pt x="15718" y="1025488"/>
                    <a:pt x="15718" y="666524"/>
                  </a:cubicBezTo>
                  <a:cubicBezTo>
                    <a:pt x="15718" y="307561"/>
                    <a:pt x="307561" y="15718"/>
                    <a:pt x="666524" y="15718"/>
                  </a:cubicBezTo>
                  <a:cubicBezTo>
                    <a:pt x="667374" y="15718"/>
                    <a:pt x="668224" y="15718"/>
                    <a:pt x="669498" y="15718"/>
                  </a:cubicBezTo>
                  <a:lnTo>
                    <a:pt x="669498" y="0"/>
                  </a:lnTo>
                  <a:cubicBezTo>
                    <a:pt x="668648" y="0"/>
                    <a:pt x="667799" y="0"/>
                    <a:pt x="666524" y="0"/>
                  </a:cubicBezTo>
                  <a:cubicBezTo>
                    <a:pt x="299065" y="0"/>
                    <a:pt x="0" y="299065"/>
                    <a:pt x="0" y="666524"/>
                  </a:cubicBezTo>
                  <a:cubicBezTo>
                    <a:pt x="0" y="1033984"/>
                    <a:pt x="299065" y="1333049"/>
                    <a:pt x="666524" y="1333049"/>
                  </a:cubicBezTo>
                  <a:cubicBezTo>
                    <a:pt x="667374" y="1333049"/>
                    <a:pt x="668224" y="1333049"/>
                    <a:pt x="669498" y="1333049"/>
                  </a:cubicBezTo>
                  <a:lnTo>
                    <a:pt x="669498" y="1317331"/>
                  </a:lnTo>
                  <a:close/>
                </a:path>
              </a:pathLst>
            </a:custGeom>
            <a:solidFill>
              <a:srgbClr val="575756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12E94C3-E9A5-4158-8E0F-5670FAD12459}"/>
                </a:ext>
              </a:extLst>
            </p:cNvPr>
            <p:cNvSpPr/>
            <p:nvPr/>
          </p:nvSpPr>
          <p:spPr>
            <a:xfrm rot="5400000">
              <a:off x="4106938" y="4809142"/>
              <a:ext cx="73916" cy="73916"/>
            </a:xfrm>
            <a:custGeom>
              <a:avLst/>
              <a:gdLst>
                <a:gd name="connsiteX0" fmla="*/ 36958 w 73916"/>
                <a:gd name="connsiteY0" fmla="*/ 0 h 73916"/>
                <a:gd name="connsiteX1" fmla="*/ 73917 w 73916"/>
                <a:gd name="connsiteY1" fmla="*/ 36958 h 73916"/>
                <a:gd name="connsiteX2" fmla="*/ 36958 w 73916"/>
                <a:gd name="connsiteY2" fmla="*/ 73917 h 73916"/>
                <a:gd name="connsiteX3" fmla="*/ 0 w 73916"/>
                <a:gd name="connsiteY3" fmla="*/ 36958 h 73916"/>
                <a:gd name="connsiteX4" fmla="*/ 36958 w 73916"/>
                <a:gd name="connsiteY4" fmla="*/ 0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36958" y="0"/>
                  </a:moveTo>
                  <a:cubicBezTo>
                    <a:pt x="57349" y="0"/>
                    <a:pt x="73917" y="16568"/>
                    <a:pt x="73917" y="36958"/>
                  </a:cubicBezTo>
                  <a:cubicBezTo>
                    <a:pt x="73917" y="57349"/>
                    <a:pt x="57349" y="73917"/>
                    <a:pt x="36958" y="73917"/>
                  </a:cubicBezTo>
                  <a:cubicBezTo>
                    <a:pt x="16568" y="73917"/>
                    <a:pt x="0" y="57349"/>
                    <a:pt x="0" y="36958"/>
                  </a:cubicBezTo>
                  <a:cubicBezTo>
                    <a:pt x="0" y="16568"/>
                    <a:pt x="16568" y="0"/>
                    <a:pt x="36958" y="0"/>
                  </a:cubicBezTo>
                  <a:close/>
                </a:path>
              </a:pathLst>
            </a:custGeom>
            <a:solidFill>
              <a:srgbClr val="575756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9E95578-8C35-4D98-BE35-312C731E3127}"/>
                </a:ext>
              </a:extLst>
            </p:cNvPr>
            <p:cNvSpPr/>
            <p:nvPr/>
          </p:nvSpPr>
          <p:spPr>
            <a:xfrm rot="5400000">
              <a:off x="2794705" y="4809142"/>
              <a:ext cx="73916" cy="73916"/>
            </a:xfrm>
            <a:custGeom>
              <a:avLst/>
              <a:gdLst>
                <a:gd name="connsiteX0" fmla="*/ 36958 w 73916"/>
                <a:gd name="connsiteY0" fmla="*/ 0 h 73916"/>
                <a:gd name="connsiteX1" fmla="*/ 73917 w 73916"/>
                <a:gd name="connsiteY1" fmla="*/ 36958 h 73916"/>
                <a:gd name="connsiteX2" fmla="*/ 36958 w 73916"/>
                <a:gd name="connsiteY2" fmla="*/ 73917 h 73916"/>
                <a:gd name="connsiteX3" fmla="*/ 0 w 73916"/>
                <a:gd name="connsiteY3" fmla="*/ 36958 h 73916"/>
                <a:gd name="connsiteX4" fmla="*/ 36958 w 73916"/>
                <a:gd name="connsiteY4" fmla="*/ 0 h 7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16" h="73916">
                  <a:moveTo>
                    <a:pt x="36958" y="0"/>
                  </a:moveTo>
                  <a:cubicBezTo>
                    <a:pt x="57349" y="0"/>
                    <a:pt x="73917" y="16567"/>
                    <a:pt x="73917" y="36958"/>
                  </a:cubicBezTo>
                  <a:cubicBezTo>
                    <a:pt x="73917" y="57349"/>
                    <a:pt x="57349" y="73917"/>
                    <a:pt x="36958" y="73917"/>
                  </a:cubicBezTo>
                  <a:cubicBezTo>
                    <a:pt x="16568" y="73917"/>
                    <a:pt x="0" y="57349"/>
                    <a:pt x="0" y="36958"/>
                  </a:cubicBezTo>
                  <a:cubicBezTo>
                    <a:pt x="0" y="16567"/>
                    <a:pt x="16568" y="0"/>
                    <a:pt x="36958" y="0"/>
                  </a:cubicBezTo>
                  <a:close/>
                </a:path>
              </a:pathLst>
            </a:custGeom>
            <a:solidFill>
              <a:srgbClr val="575756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02AA25F-7921-4519-B760-595E9B463178}"/>
                </a:ext>
              </a:extLst>
            </p:cNvPr>
            <p:cNvSpPr/>
            <p:nvPr/>
          </p:nvSpPr>
          <p:spPr>
            <a:xfrm rot="5400000">
              <a:off x="3460379" y="4152814"/>
              <a:ext cx="62022" cy="62022"/>
            </a:xfrm>
            <a:custGeom>
              <a:avLst/>
              <a:gdLst>
                <a:gd name="connsiteX0" fmla="*/ 31011 w 62022"/>
                <a:gd name="connsiteY0" fmla="*/ 0 h 62022"/>
                <a:gd name="connsiteX1" fmla="*/ 62022 w 62022"/>
                <a:gd name="connsiteY1" fmla="*/ 31011 h 62022"/>
                <a:gd name="connsiteX2" fmla="*/ 31011 w 62022"/>
                <a:gd name="connsiteY2" fmla="*/ 62022 h 62022"/>
                <a:gd name="connsiteX3" fmla="*/ 0 w 62022"/>
                <a:gd name="connsiteY3" fmla="*/ 31011 h 62022"/>
                <a:gd name="connsiteX4" fmla="*/ 31011 w 62022"/>
                <a:gd name="connsiteY4" fmla="*/ 0 h 62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22" h="62022">
                  <a:moveTo>
                    <a:pt x="31011" y="0"/>
                  </a:moveTo>
                  <a:cubicBezTo>
                    <a:pt x="48003" y="0"/>
                    <a:pt x="62022" y="14019"/>
                    <a:pt x="62022" y="31011"/>
                  </a:cubicBezTo>
                  <a:cubicBezTo>
                    <a:pt x="62022" y="48003"/>
                    <a:pt x="48003" y="62022"/>
                    <a:pt x="31011" y="62022"/>
                  </a:cubicBezTo>
                  <a:cubicBezTo>
                    <a:pt x="14019" y="62022"/>
                    <a:pt x="0" y="48003"/>
                    <a:pt x="0" y="31011"/>
                  </a:cubicBezTo>
                  <a:cubicBezTo>
                    <a:pt x="0" y="14019"/>
                    <a:pt x="14019" y="0"/>
                    <a:pt x="31011" y="0"/>
                  </a:cubicBezTo>
                  <a:close/>
                </a:path>
              </a:pathLst>
            </a:custGeom>
            <a:solidFill>
              <a:srgbClr val="575756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E5E5A5-CDD7-42C3-B4FB-44E6917DED79}"/>
                </a:ext>
              </a:extLst>
            </p:cNvPr>
            <p:cNvSpPr txBox="1"/>
            <p:nvPr/>
          </p:nvSpPr>
          <p:spPr>
            <a:xfrm>
              <a:off x="4138492" y="3490963"/>
              <a:ext cx="2301572" cy="73866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400" dirty="0">
                  <a:latin typeface="Exo 2.0" panose="00000500000000000000" pitchFamily="50" charset="0"/>
                  <a:sym typeface="Exo 2.0" panose="00000500000000000000" pitchFamily="50" charset="0"/>
                </a:rPr>
                <a:t>Consistently High-Quality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871BA1-ECB9-471C-880C-86873F471661}"/>
                </a:ext>
              </a:extLst>
            </p:cNvPr>
            <p:cNvSpPr txBox="1"/>
            <p:nvPr/>
          </p:nvSpPr>
          <p:spPr>
            <a:xfrm>
              <a:off x="2332956" y="5425616"/>
              <a:ext cx="2301572" cy="73866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400" dirty="0">
                  <a:latin typeface="Exo 2.0" panose="00000500000000000000" pitchFamily="50" charset="0"/>
                  <a:sym typeface="Exo 2.0" panose="00000500000000000000" pitchFamily="50" charset="0"/>
                </a:rPr>
                <a:t>Round the Clock Availability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607CE6E-8EAE-4A39-9C53-8E750F82722A}"/>
                </a:ext>
              </a:extLst>
            </p:cNvPr>
            <p:cNvSpPr txBox="1"/>
            <p:nvPr/>
          </p:nvSpPr>
          <p:spPr>
            <a:xfrm>
              <a:off x="594450" y="3544099"/>
              <a:ext cx="2301572" cy="73866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2400" dirty="0">
                  <a:latin typeface="Exo 2.0" panose="00000500000000000000" pitchFamily="50" charset="0"/>
                  <a:sym typeface="Exo 2.0" panose="00000500000000000000" pitchFamily="50" charset="0"/>
                </a:rPr>
                <a:t>Faster than the Fastest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CBF7391C-06D1-46B3-B27E-2EF01E17A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66926" y="2627824"/>
              <a:ext cx="543410" cy="543406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6EC2DAE8-E5A8-4F21-987C-D90F78431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7719" y="2627824"/>
              <a:ext cx="551160" cy="551156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57F2F08-6325-4FB4-9FA0-70E8AF123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232157" y="4591712"/>
              <a:ext cx="528908" cy="528904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365909E-AB77-450E-B883-BD342B0551B0}"/>
                </a:ext>
              </a:extLst>
            </p:cNvPr>
            <p:cNvCxnSpPr>
              <a:cxnSpLocks/>
              <a:stCxn id="31" idx="2"/>
              <a:endCxn id="19" idx="4"/>
            </p:cNvCxnSpPr>
            <p:nvPr/>
          </p:nvCxnSpPr>
          <p:spPr>
            <a:xfrm>
              <a:off x="3476655" y="1951272"/>
              <a:ext cx="15584" cy="2232553"/>
            </a:xfrm>
            <a:prstGeom prst="line">
              <a:avLst/>
            </a:prstGeom>
            <a:solidFill>
              <a:srgbClr val="575756"/>
            </a:solidFill>
            <a:ln w="4246" cap="flat">
              <a:solidFill>
                <a:srgbClr val="575756"/>
              </a:solidFill>
              <a:prstDash val="solid"/>
              <a:miter/>
            </a:ln>
          </p:spPr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82D6C2E-38D7-4454-84CC-61BFEDA3DD79}"/>
                </a:ext>
              </a:extLst>
            </p:cNvPr>
            <p:cNvSpPr/>
            <p:nvPr/>
          </p:nvSpPr>
          <p:spPr>
            <a:xfrm>
              <a:off x="2392253" y="1409240"/>
              <a:ext cx="2168804" cy="542032"/>
            </a:xfrm>
            <a:prstGeom prst="roundRect">
              <a:avLst>
                <a:gd name="adj" fmla="val 26359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/>
                  </a:solidFill>
                  <a:latin typeface="Exo 2.0" panose="00000500000000000000" pitchFamily="50" charset="0"/>
                  <a:sym typeface="Exo 2.0" panose="00000500000000000000" pitchFamily="50" charset="0"/>
                </a:rPr>
                <a:t>Brand Image</a:t>
              </a:r>
            </a:p>
          </p:txBody>
        </p: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91187E33-EA9E-46FC-8678-BD8676A5F50D}"/>
                </a:ext>
              </a:extLst>
            </p:cNvPr>
            <p:cNvCxnSpPr>
              <a:cxnSpLocks/>
              <a:stCxn id="31" idx="1"/>
              <a:endCxn id="20" idx="7"/>
            </p:cNvCxnSpPr>
            <p:nvPr/>
          </p:nvCxnSpPr>
          <p:spPr>
            <a:xfrm rot="10800000" flipV="1">
              <a:off x="1746277" y="1680255"/>
              <a:ext cx="645976" cy="550585"/>
            </a:xfrm>
            <a:prstGeom prst="bentConnector4">
              <a:avLst>
                <a:gd name="adj1" fmla="val 24090"/>
                <a:gd name="adj2" fmla="val -130"/>
              </a:avLst>
            </a:prstGeom>
            <a:ln>
              <a:solidFill>
                <a:srgbClr val="57575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3B818376-74BC-4ABF-9FD1-09986C786C1B}"/>
                </a:ext>
              </a:extLst>
            </p:cNvPr>
            <p:cNvCxnSpPr>
              <a:cxnSpLocks/>
              <a:stCxn id="31" idx="3"/>
              <a:endCxn id="18" idx="7"/>
            </p:cNvCxnSpPr>
            <p:nvPr/>
          </p:nvCxnSpPr>
          <p:spPr>
            <a:xfrm>
              <a:off x="4561057" y="1680256"/>
              <a:ext cx="666525" cy="557807"/>
            </a:xfrm>
            <a:prstGeom prst="bentConnector4">
              <a:avLst>
                <a:gd name="adj1" fmla="val 24968"/>
                <a:gd name="adj2" fmla="val 107"/>
              </a:avLst>
            </a:prstGeom>
            <a:ln>
              <a:solidFill>
                <a:srgbClr val="57575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0703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7112189-A4E2-44E7-86A9-44D4B61D083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3250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7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7112189-A4E2-44E7-86A9-44D4B61D08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D6215D-595A-4D87-B535-15A7AC70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Brand Values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3F1E5E-6AB6-47B6-8AD5-C1928EC4920C}"/>
              </a:ext>
            </a:extLst>
          </p:cNvPr>
          <p:cNvGrpSpPr/>
          <p:nvPr/>
        </p:nvGrpSpPr>
        <p:grpSpPr>
          <a:xfrm flipH="1">
            <a:off x="3840509" y="1244923"/>
            <a:ext cx="5094001" cy="3676501"/>
            <a:chOff x="6364780" y="1244923"/>
            <a:chExt cx="5094001" cy="367650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03CF344-0F73-4A7F-8A73-CE3951C11020}"/>
                </a:ext>
              </a:extLst>
            </p:cNvPr>
            <p:cNvSpPr/>
            <p:nvPr/>
          </p:nvSpPr>
          <p:spPr>
            <a:xfrm rot="16200000" flipH="1">
              <a:off x="9971598" y="3281904"/>
              <a:ext cx="1135937" cy="1135937"/>
            </a:xfrm>
            <a:custGeom>
              <a:avLst/>
              <a:gdLst>
                <a:gd name="connsiteX0" fmla="*/ 567969 w 1135937"/>
                <a:gd name="connsiteY0" fmla="*/ 0 h 1135937"/>
                <a:gd name="connsiteX1" fmla="*/ 1135937 w 1135937"/>
                <a:gd name="connsiteY1" fmla="*/ 567969 h 1135937"/>
                <a:gd name="connsiteX2" fmla="*/ 567969 w 1135937"/>
                <a:gd name="connsiteY2" fmla="*/ 1135937 h 1135937"/>
                <a:gd name="connsiteX3" fmla="*/ 0 w 1135937"/>
                <a:gd name="connsiteY3" fmla="*/ 567969 h 1135937"/>
                <a:gd name="connsiteX4" fmla="*/ 567969 w 1135937"/>
                <a:gd name="connsiteY4" fmla="*/ 0 h 113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937" h="1135937">
                  <a:moveTo>
                    <a:pt x="567969" y="0"/>
                  </a:moveTo>
                  <a:cubicBezTo>
                    <a:pt x="881477" y="0"/>
                    <a:pt x="1135937" y="254460"/>
                    <a:pt x="1135937" y="567969"/>
                  </a:cubicBezTo>
                  <a:cubicBezTo>
                    <a:pt x="1135937" y="881477"/>
                    <a:pt x="881477" y="1135937"/>
                    <a:pt x="567969" y="1135937"/>
                  </a:cubicBezTo>
                  <a:cubicBezTo>
                    <a:pt x="254460" y="1135937"/>
                    <a:pt x="0" y="881477"/>
                    <a:pt x="0" y="567969"/>
                  </a:cubicBezTo>
                  <a:cubicBezTo>
                    <a:pt x="0" y="254460"/>
                    <a:pt x="254460" y="0"/>
                    <a:pt x="567969" y="0"/>
                  </a:cubicBezTo>
                  <a:close/>
                </a:path>
              </a:pathLst>
            </a:custGeom>
            <a:solidFill>
              <a:schemeClr val="accent5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3D18E0BC-A142-4404-9487-E974604AEE30}"/>
                </a:ext>
              </a:extLst>
            </p:cNvPr>
            <p:cNvGrpSpPr/>
            <p:nvPr/>
          </p:nvGrpSpPr>
          <p:grpSpPr>
            <a:xfrm rot="16200000" flipH="1">
              <a:off x="10089706" y="3400012"/>
              <a:ext cx="900147" cy="900147"/>
              <a:chOff x="2373143" y="4863303"/>
              <a:chExt cx="900147" cy="900147"/>
            </a:xfrm>
            <a:solidFill>
              <a:srgbClr val="FFFFFF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E579728-3C40-4592-9382-202DDD5C5619}"/>
                  </a:ext>
                </a:extLst>
              </p:cNvPr>
              <p:cNvSpPr/>
              <p:nvPr/>
            </p:nvSpPr>
            <p:spPr>
              <a:xfrm>
                <a:off x="2373143" y="4863303"/>
                <a:ext cx="900147" cy="900147"/>
              </a:xfrm>
              <a:custGeom>
                <a:avLst/>
                <a:gdLst>
                  <a:gd name="connsiteX0" fmla="*/ 734908 w 900147"/>
                  <a:gd name="connsiteY0" fmla="*/ 798629 h 900147"/>
                  <a:gd name="connsiteX1" fmla="*/ 101518 w 900147"/>
                  <a:gd name="connsiteY1" fmla="*/ 734908 h 900147"/>
                  <a:gd name="connsiteX2" fmla="*/ 165240 w 900147"/>
                  <a:gd name="connsiteY2" fmla="*/ 101518 h 900147"/>
                  <a:gd name="connsiteX3" fmla="*/ 798629 w 900147"/>
                  <a:gd name="connsiteY3" fmla="*/ 165240 h 900147"/>
                  <a:gd name="connsiteX4" fmla="*/ 734908 w 900147"/>
                  <a:gd name="connsiteY4" fmla="*/ 798629 h 900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0147" h="900147">
                    <a:moveTo>
                      <a:pt x="734908" y="798629"/>
                    </a:moveTo>
                    <a:cubicBezTo>
                      <a:pt x="542469" y="955808"/>
                      <a:pt x="258697" y="927346"/>
                      <a:pt x="101518" y="734908"/>
                    </a:cubicBezTo>
                    <a:cubicBezTo>
                      <a:pt x="-55661" y="542469"/>
                      <a:pt x="-27199" y="258698"/>
                      <a:pt x="165240" y="101518"/>
                    </a:cubicBezTo>
                    <a:cubicBezTo>
                      <a:pt x="357678" y="-55661"/>
                      <a:pt x="641450" y="-27199"/>
                      <a:pt x="798629" y="165240"/>
                    </a:cubicBezTo>
                    <a:cubicBezTo>
                      <a:pt x="955808" y="357253"/>
                      <a:pt x="927346" y="641025"/>
                      <a:pt x="734908" y="7986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2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Exo 2.0" panose="00000500000000000000" pitchFamily="50" charset="0"/>
                  <a:sym typeface="Exo 2.0" panose="00000500000000000000" pitchFamily="50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C3275EF-173C-4D47-8064-DC4F74FADC23}"/>
                  </a:ext>
                </a:extLst>
              </p:cNvPr>
              <p:cNvSpPr/>
              <p:nvPr/>
            </p:nvSpPr>
            <p:spPr>
              <a:xfrm>
                <a:off x="2386877" y="4876612"/>
                <a:ext cx="872678" cy="872678"/>
              </a:xfrm>
              <a:custGeom>
                <a:avLst/>
                <a:gdLst>
                  <a:gd name="connsiteX0" fmla="*/ 625167 w 872678"/>
                  <a:gd name="connsiteY0" fmla="*/ 829500 h 872678"/>
                  <a:gd name="connsiteX1" fmla="*/ 829499 w 872678"/>
                  <a:gd name="connsiteY1" fmla="*/ 247512 h 872678"/>
                  <a:gd name="connsiteX2" fmla="*/ 247512 w 872678"/>
                  <a:gd name="connsiteY2" fmla="*/ 43179 h 872678"/>
                  <a:gd name="connsiteX3" fmla="*/ 43179 w 872678"/>
                  <a:gd name="connsiteY3" fmla="*/ 625167 h 872678"/>
                  <a:gd name="connsiteX4" fmla="*/ 625167 w 872678"/>
                  <a:gd name="connsiteY4" fmla="*/ 829500 h 872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2678" h="872678">
                    <a:moveTo>
                      <a:pt x="625167" y="829500"/>
                    </a:moveTo>
                    <a:cubicBezTo>
                      <a:pt x="842244" y="725422"/>
                      <a:pt x="934002" y="464589"/>
                      <a:pt x="829499" y="247512"/>
                    </a:cubicBezTo>
                    <a:cubicBezTo>
                      <a:pt x="725421" y="30435"/>
                      <a:pt x="464589" y="-61324"/>
                      <a:pt x="247512" y="43179"/>
                    </a:cubicBezTo>
                    <a:cubicBezTo>
                      <a:pt x="30435" y="147257"/>
                      <a:pt x="-61324" y="408090"/>
                      <a:pt x="43179" y="625167"/>
                    </a:cubicBezTo>
                    <a:cubicBezTo>
                      <a:pt x="147257" y="842244"/>
                      <a:pt x="408089" y="934002"/>
                      <a:pt x="625167" y="8295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2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Exo 2.0" panose="00000500000000000000" pitchFamily="50" charset="0"/>
                  <a:sym typeface="Exo 2.0" panose="00000500000000000000" pitchFamily="50" charset="0"/>
                </a:endParaRPr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87A4278-4224-4458-A4F9-80FF98491A1B}"/>
                </a:ext>
              </a:extLst>
            </p:cNvPr>
            <p:cNvSpPr/>
            <p:nvPr/>
          </p:nvSpPr>
          <p:spPr>
            <a:xfrm rot="16200000" flipH="1">
              <a:off x="7133441" y="3298471"/>
              <a:ext cx="1135937" cy="1135937"/>
            </a:xfrm>
            <a:custGeom>
              <a:avLst/>
              <a:gdLst>
                <a:gd name="connsiteX0" fmla="*/ 567969 w 1135937"/>
                <a:gd name="connsiteY0" fmla="*/ 0 h 1135937"/>
                <a:gd name="connsiteX1" fmla="*/ 1135938 w 1135937"/>
                <a:gd name="connsiteY1" fmla="*/ 567969 h 1135937"/>
                <a:gd name="connsiteX2" fmla="*/ 567969 w 1135937"/>
                <a:gd name="connsiteY2" fmla="*/ 1135938 h 1135937"/>
                <a:gd name="connsiteX3" fmla="*/ 0 w 1135937"/>
                <a:gd name="connsiteY3" fmla="*/ 567969 h 1135937"/>
                <a:gd name="connsiteX4" fmla="*/ 567969 w 1135937"/>
                <a:gd name="connsiteY4" fmla="*/ 0 h 113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937" h="1135937">
                  <a:moveTo>
                    <a:pt x="567969" y="0"/>
                  </a:moveTo>
                  <a:cubicBezTo>
                    <a:pt x="881477" y="0"/>
                    <a:pt x="1135938" y="254460"/>
                    <a:pt x="1135938" y="567969"/>
                  </a:cubicBezTo>
                  <a:cubicBezTo>
                    <a:pt x="1135938" y="881477"/>
                    <a:pt x="881477" y="1135938"/>
                    <a:pt x="567969" y="1135938"/>
                  </a:cubicBezTo>
                  <a:cubicBezTo>
                    <a:pt x="254460" y="1135938"/>
                    <a:pt x="0" y="881477"/>
                    <a:pt x="0" y="567969"/>
                  </a:cubicBezTo>
                  <a:cubicBezTo>
                    <a:pt x="0" y="254035"/>
                    <a:pt x="254035" y="0"/>
                    <a:pt x="567969" y="0"/>
                  </a:cubicBezTo>
                  <a:close/>
                </a:path>
              </a:pathLst>
            </a:custGeom>
            <a:solidFill>
              <a:schemeClr val="accent1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71929441-7791-4DB8-B119-D053F3F454E3}"/>
                </a:ext>
              </a:extLst>
            </p:cNvPr>
            <p:cNvGrpSpPr/>
            <p:nvPr/>
          </p:nvGrpSpPr>
          <p:grpSpPr>
            <a:xfrm rot="16200000" flipH="1">
              <a:off x="7250967" y="3416311"/>
              <a:ext cx="900460" cy="900147"/>
              <a:chOff x="2384188" y="1377325"/>
              <a:chExt cx="900460" cy="900147"/>
            </a:xfrm>
            <a:solidFill>
              <a:srgbClr val="FFFFFF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A4D9C7D-8168-4D06-B8B0-B6E0F4001F3A}"/>
                  </a:ext>
                </a:extLst>
              </p:cNvPr>
              <p:cNvSpPr/>
              <p:nvPr/>
            </p:nvSpPr>
            <p:spPr>
              <a:xfrm>
                <a:off x="2384188" y="1377325"/>
                <a:ext cx="900460" cy="900147"/>
              </a:xfrm>
              <a:custGeom>
                <a:avLst/>
                <a:gdLst>
                  <a:gd name="connsiteX0" fmla="*/ 734908 w 900460"/>
                  <a:gd name="connsiteY0" fmla="*/ 798629 h 900147"/>
                  <a:gd name="connsiteX1" fmla="*/ 101518 w 900460"/>
                  <a:gd name="connsiteY1" fmla="*/ 734908 h 900147"/>
                  <a:gd name="connsiteX2" fmla="*/ 165240 w 900460"/>
                  <a:gd name="connsiteY2" fmla="*/ 101518 h 900147"/>
                  <a:gd name="connsiteX3" fmla="*/ 798629 w 900460"/>
                  <a:gd name="connsiteY3" fmla="*/ 165240 h 900147"/>
                  <a:gd name="connsiteX4" fmla="*/ 734908 w 900460"/>
                  <a:gd name="connsiteY4" fmla="*/ 798629 h 900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0460" h="900147">
                    <a:moveTo>
                      <a:pt x="734908" y="798629"/>
                    </a:moveTo>
                    <a:cubicBezTo>
                      <a:pt x="542469" y="955808"/>
                      <a:pt x="258697" y="927346"/>
                      <a:pt x="101518" y="734908"/>
                    </a:cubicBezTo>
                    <a:cubicBezTo>
                      <a:pt x="-55661" y="542470"/>
                      <a:pt x="-27199" y="258697"/>
                      <a:pt x="165240" y="101518"/>
                    </a:cubicBezTo>
                    <a:cubicBezTo>
                      <a:pt x="357678" y="-55661"/>
                      <a:pt x="641450" y="-27199"/>
                      <a:pt x="798629" y="165240"/>
                    </a:cubicBezTo>
                    <a:cubicBezTo>
                      <a:pt x="956233" y="357678"/>
                      <a:pt x="927771" y="641450"/>
                      <a:pt x="734908" y="7986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2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Exo 2.0" panose="00000500000000000000" pitchFamily="50" charset="0"/>
                  <a:sym typeface="Exo 2.0" panose="00000500000000000000" pitchFamily="50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AB74BA9-555F-4709-8B74-19F6BC8AB478}"/>
                  </a:ext>
                </a:extLst>
              </p:cNvPr>
              <p:cNvSpPr/>
              <p:nvPr/>
            </p:nvSpPr>
            <p:spPr>
              <a:xfrm>
                <a:off x="2398347" y="1391060"/>
                <a:ext cx="872678" cy="872678"/>
              </a:xfrm>
              <a:custGeom>
                <a:avLst/>
                <a:gdLst>
                  <a:gd name="connsiteX0" fmla="*/ 625167 w 872678"/>
                  <a:gd name="connsiteY0" fmla="*/ 829499 h 872678"/>
                  <a:gd name="connsiteX1" fmla="*/ 829499 w 872678"/>
                  <a:gd name="connsiteY1" fmla="*/ 247512 h 872678"/>
                  <a:gd name="connsiteX2" fmla="*/ 247512 w 872678"/>
                  <a:gd name="connsiteY2" fmla="*/ 43179 h 872678"/>
                  <a:gd name="connsiteX3" fmla="*/ 43179 w 872678"/>
                  <a:gd name="connsiteY3" fmla="*/ 625167 h 872678"/>
                  <a:gd name="connsiteX4" fmla="*/ 625167 w 872678"/>
                  <a:gd name="connsiteY4" fmla="*/ 829499 h 872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2678" h="872678">
                    <a:moveTo>
                      <a:pt x="625167" y="829499"/>
                    </a:moveTo>
                    <a:cubicBezTo>
                      <a:pt x="842244" y="725421"/>
                      <a:pt x="934002" y="464589"/>
                      <a:pt x="829499" y="247512"/>
                    </a:cubicBezTo>
                    <a:cubicBezTo>
                      <a:pt x="725421" y="30435"/>
                      <a:pt x="464589" y="-61324"/>
                      <a:pt x="247512" y="43179"/>
                    </a:cubicBezTo>
                    <a:cubicBezTo>
                      <a:pt x="30435" y="147257"/>
                      <a:pt x="-61324" y="408090"/>
                      <a:pt x="43179" y="625167"/>
                    </a:cubicBezTo>
                    <a:cubicBezTo>
                      <a:pt x="147257" y="842244"/>
                      <a:pt x="407665" y="934002"/>
                      <a:pt x="625167" y="829499"/>
                    </a:cubicBezTo>
                    <a:close/>
                  </a:path>
                </a:pathLst>
              </a:custGeom>
              <a:solidFill>
                <a:srgbClr val="FFFFFF"/>
              </a:solidFill>
              <a:ln w="42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Exo 2.0" panose="00000500000000000000" pitchFamily="50" charset="0"/>
                  <a:sym typeface="Exo 2.0" panose="00000500000000000000" pitchFamily="50" charset="0"/>
                </a:endParaRPr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9DC89A3-76E8-490E-8679-61175BC70FC4}"/>
                </a:ext>
              </a:extLst>
            </p:cNvPr>
            <p:cNvSpPr/>
            <p:nvPr/>
          </p:nvSpPr>
          <p:spPr>
            <a:xfrm rot="16200000" flipH="1">
              <a:off x="7371971" y="2862831"/>
              <a:ext cx="667373" cy="1333048"/>
            </a:xfrm>
            <a:custGeom>
              <a:avLst/>
              <a:gdLst>
                <a:gd name="connsiteX0" fmla="*/ 667374 w 667373"/>
                <a:gd name="connsiteY0" fmla="*/ 1317331 h 1333048"/>
                <a:gd name="connsiteX1" fmla="*/ 666524 w 667373"/>
                <a:gd name="connsiteY1" fmla="*/ 1317331 h 1333048"/>
                <a:gd name="connsiteX2" fmla="*/ 15718 w 667373"/>
                <a:gd name="connsiteY2" fmla="*/ 666524 h 1333048"/>
                <a:gd name="connsiteX3" fmla="*/ 666524 w 667373"/>
                <a:gd name="connsiteY3" fmla="*/ 15718 h 1333048"/>
                <a:gd name="connsiteX4" fmla="*/ 667374 w 667373"/>
                <a:gd name="connsiteY4" fmla="*/ 15718 h 1333048"/>
                <a:gd name="connsiteX5" fmla="*/ 667374 w 667373"/>
                <a:gd name="connsiteY5" fmla="*/ 0 h 1333048"/>
                <a:gd name="connsiteX6" fmla="*/ 666524 w 667373"/>
                <a:gd name="connsiteY6" fmla="*/ 0 h 1333048"/>
                <a:gd name="connsiteX7" fmla="*/ 0 w 667373"/>
                <a:gd name="connsiteY7" fmla="*/ 666524 h 1333048"/>
                <a:gd name="connsiteX8" fmla="*/ 666524 w 667373"/>
                <a:gd name="connsiteY8" fmla="*/ 1333049 h 1333048"/>
                <a:gd name="connsiteX9" fmla="*/ 667374 w 667373"/>
                <a:gd name="connsiteY9" fmla="*/ 1333049 h 1333048"/>
                <a:gd name="connsiteX10" fmla="*/ 667374 w 667373"/>
                <a:gd name="connsiteY10" fmla="*/ 1317331 h 1333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7373" h="1333048">
                  <a:moveTo>
                    <a:pt x="667374" y="1317331"/>
                  </a:moveTo>
                  <a:cubicBezTo>
                    <a:pt x="666949" y="1317331"/>
                    <a:pt x="666949" y="1317331"/>
                    <a:pt x="666524" y="1317331"/>
                  </a:cubicBezTo>
                  <a:cubicBezTo>
                    <a:pt x="307561" y="1317331"/>
                    <a:pt x="15718" y="1025487"/>
                    <a:pt x="15718" y="666524"/>
                  </a:cubicBezTo>
                  <a:cubicBezTo>
                    <a:pt x="15718" y="307561"/>
                    <a:pt x="307561" y="15718"/>
                    <a:pt x="666524" y="15718"/>
                  </a:cubicBezTo>
                  <a:cubicBezTo>
                    <a:pt x="666949" y="15718"/>
                    <a:pt x="666949" y="15718"/>
                    <a:pt x="667374" y="15718"/>
                  </a:cubicBezTo>
                  <a:lnTo>
                    <a:pt x="667374" y="0"/>
                  </a:lnTo>
                  <a:cubicBezTo>
                    <a:pt x="666949" y="0"/>
                    <a:pt x="666949" y="0"/>
                    <a:pt x="666524" y="0"/>
                  </a:cubicBezTo>
                  <a:cubicBezTo>
                    <a:pt x="299065" y="0"/>
                    <a:pt x="0" y="299065"/>
                    <a:pt x="0" y="666524"/>
                  </a:cubicBezTo>
                  <a:cubicBezTo>
                    <a:pt x="0" y="1033984"/>
                    <a:pt x="299065" y="1333049"/>
                    <a:pt x="666524" y="1333049"/>
                  </a:cubicBezTo>
                  <a:cubicBezTo>
                    <a:pt x="666949" y="1333049"/>
                    <a:pt x="666949" y="1333049"/>
                    <a:pt x="667374" y="1333049"/>
                  </a:cubicBezTo>
                  <a:lnTo>
                    <a:pt x="667374" y="1317331"/>
                  </a:lnTo>
                  <a:close/>
                </a:path>
              </a:pathLst>
            </a:custGeom>
            <a:solidFill>
              <a:srgbClr val="575756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F0D4F16-A8E3-4CBE-A761-9051CF23EB16}"/>
                </a:ext>
              </a:extLst>
            </p:cNvPr>
            <p:cNvSpPr/>
            <p:nvPr/>
          </p:nvSpPr>
          <p:spPr>
            <a:xfrm rot="16200000" flipH="1">
              <a:off x="10204819" y="2851573"/>
              <a:ext cx="669497" cy="1333048"/>
            </a:xfrm>
            <a:custGeom>
              <a:avLst/>
              <a:gdLst>
                <a:gd name="connsiteX0" fmla="*/ 669498 w 669497"/>
                <a:gd name="connsiteY0" fmla="*/ 1317331 h 1333048"/>
                <a:gd name="connsiteX1" fmla="*/ 666524 w 669497"/>
                <a:gd name="connsiteY1" fmla="*/ 1317331 h 1333048"/>
                <a:gd name="connsiteX2" fmla="*/ 15718 w 669497"/>
                <a:gd name="connsiteY2" fmla="*/ 666524 h 1333048"/>
                <a:gd name="connsiteX3" fmla="*/ 666524 w 669497"/>
                <a:gd name="connsiteY3" fmla="*/ 15718 h 1333048"/>
                <a:gd name="connsiteX4" fmla="*/ 669498 w 669497"/>
                <a:gd name="connsiteY4" fmla="*/ 15718 h 1333048"/>
                <a:gd name="connsiteX5" fmla="*/ 669498 w 669497"/>
                <a:gd name="connsiteY5" fmla="*/ 0 h 1333048"/>
                <a:gd name="connsiteX6" fmla="*/ 666524 w 669497"/>
                <a:gd name="connsiteY6" fmla="*/ 0 h 1333048"/>
                <a:gd name="connsiteX7" fmla="*/ 0 w 669497"/>
                <a:gd name="connsiteY7" fmla="*/ 666524 h 1333048"/>
                <a:gd name="connsiteX8" fmla="*/ 666524 w 669497"/>
                <a:gd name="connsiteY8" fmla="*/ 1333049 h 1333048"/>
                <a:gd name="connsiteX9" fmla="*/ 669498 w 669497"/>
                <a:gd name="connsiteY9" fmla="*/ 1333049 h 1333048"/>
                <a:gd name="connsiteX10" fmla="*/ 669498 w 669497"/>
                <a:gd name="connsiteY10" fmla="*/ 1317331 h 1333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9497" h="1333048">
                  <a:moveTo>
                    <a:pt x="669498" y="1317331"/>
                  </a:moveTo>
                  <a:cubicBezTo>
                    <a:pt x="668648" y="1317331"/>
                    <a:pt x="667799" y="1317331"/>
                    <a:pt x="666524" y="1317331"/>
                  </a:cubicBezTo>
                  <a:cubicBezTo>
                    <a:pt x="307561" y="1317331"/>
                    <a:pt x="15718" y="1025488"/>
                    <a:pt x="15718" y="666524"/>
                  </a:cubicBezTo>
                  <a:cubicBezTo>
                    <a:pt x="15718" y="307561"/>
                    <a:pt x="307561" y="15718"/>
                    <a:pt x="666524" y="15718"/>
                  </a:cubicBezTo>
                  <a:cubicBezTo>
                    <a:pt x="667374" y="15718"/>
                    <a:pt x="668224" y="15718"/>
                    <a:pt x="669498" y="15718"/>
                  </a:cubicBezTo>
                  <a:lnTo>
                    <a:pt x="669498" y="0"/>
                  </a:lnTo>
                  <a:cubicBezTo>
                    <a:pt x="668648" y="0"/>
                    <a:pt x="667799" y="0"/>
                    <a:pt x="666524" y="0"/>
                  </a:cubicBezTo>
                  <a:cubicBezTo>
                    <a:pt x="299065" y="0"/>
                    <a:pt x="0" y="299065"/>
                    <a:pt x="0" y="666524"/>
                  </a:cubicBezTo>
                  <a:cubicBezTo>
                    <a:pt x="0" y="1033984"/>
                    <a:pt x="299065" y="1333049"/>
                    <a:pt x="666524" y="1333049"/>
                  </a:cubicBezTo>
                  <a:cubicBezTo>
                    <a:pt x="667374" y="1333049"/>
                    <a:pt x="668224" y="1333049"/>
                    <a:pt x="669498" y="1333049"/>
                  </a:cubicBezTo>
                  <a:lnTo>
                    <a:pt x="669498" y="1317331"/>
                  </a:lnTo>
                  <a:close/>
                </a:path>
              </a:pathLst>
            </a:custGeom>
            <a:solidFill>
              <a:srgbClr val="575756"/>
            </a:solidFill>
            <a:ln w="42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15B9AA-C86B-4D89-919F-5EF496ECE8B3}"/>
                </a:ext>
              </a:extLst>
            </p:cNvPr>
            <p:cNvSpPr txBox="1"/>
            <p:nvPr/>
          </p:nvSpPr>
          <p:spPr>
            <a:xfrm rot="16200000">
              <a:off x="8339574" y="1741382"/>
              <a:ext cx="14545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Exo 2.0" panose="00000500000000000000" pitchFamily="50" charset="0"/>
                <a:sym typeface="Exo 2.0" panose="00000500000000000000" pitchFamily="50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4058B3-EE78-4CF4-BEE9-7D29C368328F}"/>
                </a:ext>
              </a:extLst>
            </p:cNvPr>
            <p:cNvSpPr txBox="1"/>
            <p:nvPr/>
          </p:nvSpPr>
          <p:spPr>
            <a:xfrm>
              <a:off x="6364780" y="4552092"/>
              <a:ext cx="2681756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</a:lstStyle>
            <a:p>
              <a:pPr algn="ctr"/>
              <a:r>
                <a:rPr lang="en-US" sz="2400" dirty="0">
                  <a:latin typeface="Exo 2.0" panose="00000500000000000000" pitchFamily="50" charset="0"/>
                  <a:sym typeface="Exo 2.0" panose="00000500000000000000" pitchFamily="50" charset="0"/>
                </a:rPr>
                <a:t>Innovating with AI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C9600B-E9FF-422C-8AF7-E2E9C4280C18}"/>
                </a:ext>
              </a:extLst>
            </p:cNvPr>
            <p:cNvSpPr txBox="1"/>
            <p:nvPr/>
          </p:nvSpPr>
          <p:spPr>
            <a:xfrm>
              <a:off x="9620779" y="4552092"/>
              <a:ext cx="1838002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</a:lstStyle>
            <a:p>
              <a:pPr algn="ctr"/>
              <a:r>
                <a:rPr lang="en-US" sz="2400" dirty="0">
                  <a:latin typeface="Exo 2.0" panose="00000500000000000000" pitchFamily="50" charset="0"/>
                  <a:sym typeface="Exo 2.0" panose="00000500000000000000" pitchFamily="50" charset="0"/>
                </a:rPr>
                <a:t>People First</a:t>
              </a: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D79BCF8B-D11E-472C-A6CE-7474BE7FB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7424197" y="3591554"/>
              <a:ext cx="550196" cy="550196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F987AF2-9D1F-4308-965A-EBD7E0364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10234004" y="3553381"/>
              <a:ext cx="598930" cy="598930"/>
            </a:xfrm>
            <a:prstGeom prst="rect">
              <a:avLst/>
            </a:prstGeom>
          </p:spPr>
        </p:pic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404077B-A1D1-4E98-A7EF-8914F88C6642}"/>
                </a:ext>
              </a:extLst>
            </p:cNvPr>
            <p:cNvSpPr/>
            <p:nvPr/>
          </p:nvSpPr>
          <p:spPr>
            <a:xfrm>
              <a:off x="8036280" y="1409240"/>
              <a:ext cx="2167128" cy="542032"/>
            </a:xfrm>
            <a:prstGeom prst="roundRect">
              <a:avLst>
                <a:gd name="adj" fmla="val 26359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5720" rIns="45720" rtlCol="0" anchor="ctr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/>
                  </a:solidFill>
                  <a:latin typeface="Exo 2.0" panose="00000500000000000000" pitchFamily="50" charset="0"/>
                  <a:sym typeface="Exo 2.0" panose="00000500000000000000" pitchFamily="50" charset="0"/>
                </a:rPr>
                <a:t>Brand Values</a:t>
              </a: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7EA2D575-55C8-48C8-9E97-DCF98DCEC9E6}"/>
                </a:ext>
              </a:extLst>
            </p:cNvPr>
            <p:cNvCxnSpPr>
              <a:cxnSpLocks/>
              <a:stCxn id="17" idx="3"/>
              <a:endCxn id="11" idx="7"/>
            </p:cNvCxnSpPr>
            <p:nvPr/>
          </p:nvCxnSpPr>
          <p:spPr>
            <a:xfrm>
              <a:off x="10203408" y="1680256"/>
              <a:ext cx="336160" cy="1503093"/>
            </a:xfrm>
            <a:prstGeom prst="bentConnector4">
              <a:avLst>
                <a:gd name="adj1" fmla="val 210"/>
                <a:gd name="adj2" fmla="val -546"/>
              </a:avLst>
            </a:prstGeom>
            <a:ln>
              <a:solidFill>
                <a:srgbClr val="57575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824E62F0-72F5-439C-84C2-CB41A0E08F4E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rot="10800000" flipV="1">
              <a:off x="7705658" y="1680256"/>
              <a:ext cx="330623" cy="1515412"/>
            </a:xfrm>
            <a:prstGeom prst="bentConnector2">
              <a:avLst/>
            </a:prstGeom>
            <a:ln>
              <a:solidFill>
                <a:srgbClr val="57575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834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7112189-A4E2-44E7-86A9-44D4B61D083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239731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1" name="think-cell Slide" r:id="rId4" imgW="532" imgH="533" progId="TCLayout.ActiveDocument.1">
                  <p:embed/>
                </p:oleObj>
              </mc:Choice>
              <mc:Fallback>
                <p:oleObj name="think-cell Slide" r:id="rId4" imgW="532" imgH="53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7112189-A4E2-44E7-86A9-44D4B61D08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1D6215D-595A-4D87-B535-15A7AC70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Brand Identity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062EBD-7D3A-41E7-A136-038387C4F5CC}"/>
              </a:ext>
            </a:extLst>
          </p:cNvPr>
          <p:cNvGrpSpPr/>
          <p:nvPr/>
        </p:nvGrpSpPr>
        <p:grpSpPr>
          <a:xfrm>
            <a:off x="1809564" y="1859891"/>
            <a:ext cx="1233589" cy="1232348"/>
            <a:chOff x="400138" y="2556577"/>
            <a:chExt cx="1233589" cy="1232348"/>
          </a:xfrm>
        </p:grpSpPr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649C5938-F8E0-48DD-9C6A-CBC2EA2FB1A4}"/>
                </a:ext>
              </a:extLst>
            </p:cNvPr>
            <p:cNvSpPr/>
            <p:nvPr/>
          </p:nvSpPr>
          <p:spPr>
            <a:xfrm>
              <a:off x="400138" y="2556577"/>
              <a:ext cx="1232348" cy="850032"/>
            </a:xfrm>
            <a:prstGeom prst="round2SameRect">
              <a:avLst/>
            </a:prstGeom>
            <a:solidFill>
              <a:srgbClr val="EA7B2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/>
                <a:t>R: 234</a:t>
              </a:r>
            </a:p>
            <a:p>
              <a:pPr algn="ctr"/>
              <a:r>
                <a:rPr lang="en-IN" sz="1400" dirty="0"/>
                <a:t>G: 123</a:t>
              </a:r>
            </a:p>
            <a:p>
              <a:pPr algn="ctr"/>
              <a:r>
                <a:rPr lang="en-IN" sz="1400" dirty="0"/>
                <a:t>B: 44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AEC12D6-52DD-4CCD-B265-98C91C7CD5E6}"/>
                </a:ext>
              </a:extLst>
            </p:cNvPr>
            <p:cNvSpPr/>
            <p:nvPr/>
          </p:nvSpPr>
          <p:spPr>
            <a:xfrm>
              <a:off x="400138" y="3406609"/>
              <a:ext cx="1233589" cy="382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#ea7b2c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97E92D1-D9B7-4608-AB55-FE1A1178293F}"/>
              </a:ext>
            </a:extLst>
          </p:cNvPr>
          <p:cNvGrpSpPr/>
          <p:nvPr/>
        </p:nvGrpSpPr>
        <p:grpSpPr>
          <a:xfrm>
            <a:off x="3218990" y="1859891"/>
            <a:ext cx="1233589" cy="1232348"/>
            <a:chOff x="1809564" y="2556577"/>
            <a:chExt cx="1233589" cy="1232348"/>
          </a:xfrm>
        </p:grpSpPr>
        <p:sp>
          <p:nvSpPr>
            <p:cNvPr id="37" name="Rectangle: Top Corners Rounded 36">
              <a:extLst>
                <a:ext uri="{FF2B5EF4-FFF2-40B4-BE49-F238E27FC236}">
                  <a16:creationId xmlns:a16="http://schemas.microsoft.com/office/drawing/2014/main" id="{62D9BAE6-A6AF-4006-AB38-B5B7B0FA9C9C}"/>
                </a:ext>
              </a:extLst>
            </p:cNvPr>
            <p:cNvSpPr/>
            <p:nvPr/>
          </p:nvSpPr>
          <p:spPr>
            <a:xfrm>
              <a:off x="1809564" y="2556577"/>
              <a:ext cx="1232348" cy="850032"/>
            </a:xfrm>
            <a:prstGeom prst="round2SameRect">
              <a:avLst/>
            </a:prstGeom>
            <a:solidFill>
              <a:srgbClr val="3D3D3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/>
                <a:t>R:61</a:t>
              </a:r>
            </a:p>
            <a:p>
              <a:pPr algn="ctr"/>
              <a:r>
                <a:rPr lang="en-IN" sz="1400" dirty="0"/>
                <a:t>G:61</a:t>
              </a:r>
            </a:p>
            <a:p>
              <a:pPr algn="ctr"/>
              <a:r>
                <a:rPr lang="en-IN" sz="1400" dirty="0"/>
                <a:t>B: 61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8CC234C-96D0-4BE8-A731-983209F37744}"/>
                </a:ext>
              </a:extLst>
            </p:cNvPr>
            <p:cNvSpPr/>
            <p:nvPr/>
          </p:nvSpPr>
          <p:spPr>
            <a:xfrm>
              <a:off x="1809564" y="3406609"/>
              <a:ext cx="1233589" cy="382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#3d3d3d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3E3D53-556E-4329-BFEC-78D5D4B815D8}"/>
              </a:ext>
            </a:extLst>
          </p:cNvPr>
          <p:cNvGrpSpPr/>
          <p:nvPr/>
        </p:nvGrpSpPr>
        <p:grpSpPr>
          <a:xfrm flipH="1">
            <a:off x="400138" y="1859891"/>
            <a:ext cx="1233589" cy="1232348"/>
            <a:chOff x="3218990" y="2556577"/>
            <a:chExt cx="1233589" cy="1232348"/>
          </a:xfrm>
        </p:grpSpPr>
        <p:sp>
          <p:nvSpPr>
            <p:cNvPr id="40" name="Rectangle: Top Corners Rounded 39">
              <a:extLst>
                <a:ext uri="{FF2B5EF4-FFF2-40B4-BE49-F238E27FC236}">
                  <a16:creationId xmlns:a16="http://schemas.microsoft.com/office/drawing/2014/main" id="{33F8D67E-DFF7-4DEE-A30D-7EFC57492D1A}"/>
                </a:ext>
              </a:extLst>
            </p:cNvPr>
            <p:cNvSpPr/>
            <p:nvPr/>
          </p:nvSpPr>
          <p:spPr>
            <a:xfrm>
              <a:off x="3218990" y="2556577"/>
              <a:ext cx="1232348" cy="850032"/>
            </a:xfrm>
            <a:prstGeom prst="round2SameRect">
              <a:avLst/>
            </a:prstGeom>
            <a:solidFill>
              <a:srgbClr val="3CC3F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/>
                <a:t>R: 60</a:t>
              </a:r>
            </a:p>
            <a:p>
              <a:pPr algn="ctr"/>
              <a:r>
                <a:rPr lang="en-IN" sz="1400" dirty="0"/>
                <a:t>G: 195</a:t>
              </a:r>
            </a:p>
            <a:p>
              <a:pPr algn="ctr"/>
              <a:r>
                <a:rPr lang="en-IN" sz="1400" dirty="0"/>
                <a:t>B: 242</a:t>
              </a:r>
              <a:endParaRPr lang="ar-JO" sz="14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689A9DC-F2C9-4590-8C43-C4678B6E8E51}"/>
                </a:ext>
              </a:extLst>
            </p:cNvPr>
            <p:cNvSpPr/>
            <p:nvPr/>
          </p:nvSpPr>
          <p:spPr>
            <a:xfrm>
              <a:off x="3218990" y="3406609"/>
              <a:ext cx="1233589" cy="382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#3cc3f2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EB6A763-69BD-4604-9F87-B6CA78562E18}"/>
              </a:ext>
            </a:extLst>
          </p:cNvPr>
          <p:cNvGrpSpPr/>
          <p:nvPr/>
        </p:nvGrpSpPr>
        <p:grpSpPr>
          <a:xfrm>
            <a:off x="6241038" y="1859891"/>
            <a:ext cx="1233589" cy="1232348"/>
            <a:chOff x="6241038" y="2556577"/>
            <a:chExt cx="1233589" cy="1232348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D1C13299-3DC5-4E3A-AC01-B7BCF5402E13}"/>
                </a:ext>
              </a:extLst>
            </p:cNvPr>
            <p:cNvSpPr/>
            <p:nvPr/>
          </p:nvSpPr>
          <p:spPr>
            <a:xfrm>
              <a:off x="6241038" y="2556577"/>
              <a:ext cx="1232348" cy="850032"/>
            </a:xfrm>
            <a:prstGeom prst="round2SameRect">
              <a:avLst/>
            </a:prstGeom>
            <a:solidFill>
              <a:srgbClr val="F1B71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/>
                <a:t>R: 241</a:t>
              </a:r>
            </a:p>
            <a:p>
              <a:pPr algn="ctr"/>
              <a:r>
                <a:rPr lang="en-IN" sz="1400" dirty="0"/>
                <a:t>G: 183</a:t>
              </a:r>
            </a:p>
            <a:p>
              <a:pPr algn="ctr"/>
              <a:r>
                <a:rPr lang="en-IN" sz="1400" dirty="0"/>
                <a:t>B: 21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0364027-8D7F-4170-B43F-DA71E3DAE715}"/>
                </a:ext>
              </a:extLst>
            </p:cNvPr>
            <p:cNvSpPr/>
            <p:nvPr/>
          </p:nvSpPr>
          <p:spPr>
            <a:xfrm>
              <a:off x="6241038" y="3406609"/>
              <a:ext cx="1233589" cy="382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#F1b715</a:t>
              </a:r>
            </a:p>
          </p:txBody>
        </p:sp>
      </p:grpSp>
      <p:sp>
        <p:nvSpPr>
          <p:cNvPr id="45" name="Right Brace 44">
            <a:extLst>
              <a:ext uri="{FF2B5EF4-FFF2-40B4-BE49-F238E27FC236}">
                <a16:creationId xmlns:a16="http://schemas.microsoft.com/office/drawing/2014/main" id="{C547AC66-1FFA-4612-8025-2511B60DAB28}"/>
              </a:ext>
            </a:extLst>
          </p:cNvPr>
          <p:cNvSpPr/>
          <p:nvPr/>
        </p:nvSpPr>
        <p:spPr>
          <a:xfrm rot="5400000">
            <a:off x="2264026" y="1912711"/>
            <a:ext cx="324076" cy="2819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5EC7A250-F284-494F-B8C1-7F6D4D9F1A9D}"/>
              </a:ext>
            </a:extLst>
          </p:cNvPr>
          <p:cNvSpPr/>
          <p:nvPr/>
        </p:nvSpPr>
        <p:spPr>
          <a:xfrm rot="5400000">
            <a:off x="8107927" y="503012"/>
            <a:ext cx="324076" cy="5638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476FE8-3991-4568-830A-49A001A5409D}"/>
              </a:ext>
            </a:extLst>
          </p:cNvPr>
          <p:cNvSpPr txBox="1"/>
          <p:nvPr/>
        </p:nvSpPr>
        <p:spPr>
          <a:xfrm>
            <a:off x="1918227" y="3596307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Primary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1E1236-EDE9-422E-9A75-BD10A6E7194B}"/>
              </a:ext>
            </a:extLst>
          </p:cNvPr>
          <p:cNvSpPr txBox="1"/>
          <p:nvPr/>
        </p:nvSpPr>
        <p:spPr>
          <a:xfrm>
            <a:off x="7622198" y="3596307"/>
            <a:ext cx="1288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Secondary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81B8EF9-23AD-4EDD-B8BE-6BA2EE19421E}"/>
              </a:ext>
            </a:extLst>
          </p:cNvPr>
          <p:cNvGrpSpPr/>
          <p:nvPr/>
        </p:nvGrpSpPr>
        <p:grpSpPr>
          <a:xfrm>
            <a:off x="10468079" y="1859891"/>
            <a:ext cx="1233589" cy="1232348"/>
            <a:chOff x="4831612" y="2556577"/>
            <a:chExt cx="1233589" cy="1232348"/>
          </a:xfrm>
        </p:grpSpPr>
        <p:sp>
          <p:nvSpPr>
            <p:cNvPr id="50" name="Rectangle: Top Corners Rounded 49">
              <a:extLst>
                <a:ext uri="{FF2B5EF4-FFF2-40B4-BE49-F238E27FC236}">
                  <a16:creationId xmlns:a16="http://schemas.microsoft.com/office/drawing/2014/main" id="{79A551F5-276E-4472-9FA5-67D11E75CBBE}"/>
                </a:ext>
              </a:extLst>
            </p:cNvPr>
            <p:cNvSpPr/>
            <p:nvPr/>
          </p:nvSpPr>
          <p:spPr>
            <a:xfrm>
              <a:off x="4831612" y="2556577"/>
              <a:ext cx="1232348" cy="850032"/>
            </a:xfrm>
            <a:prstGeom prst="round2SameRect">
              <a:avLst/>
            </a:prstGeom>
            <a:solidFill>
              <a:srgbClr val="90191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/>
                <a:t>R: 144</a:t>
              </a:r>
            </a:p>
            <a:p>
              <a:pPr algn="ctr"/>
              <a:r>
                <a:rPr lang="en-IN" sz="1400" dirty="0"/>
                <a:t>G: 25</a:t>
              </a:r>
            </a:p>
            <a:p>
              <a:pPr algn="ctr"/>
              <a:r>
                <a:rPr lang="en-IN" sz="1400" dirty="0"/>
                <a:t>B: 24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FEE1963-3EA7-4D70-B858-C4D6221CBD0E}"/>
                </a:ext>
              </a:extLst>
            </p:cNvPr>
            <p:cNvSpPr/>
            <p:nvPr/>
          </p:nvSpPr>
          <p:spPr>
            <a:xfrm>
              <a:off x="4831612" y="3406609"/>
              <a:ext cx="1233589" cy="382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#901918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271ABB7-DFA0-4335-9811-76B64126BB7D}"/>
              </a:ext>
            </a:extLst>
          </p:cNvPr>
          <p:cNvGrpSpPr/>
          <p:nvPr/>
        </p:nvGrpSpPr>
        <p:grpSpPr>
          <a:xfrm>
            <a:off x="9059892" y="1859891"/>
            <a:ext cx="1233589" cy="1232348"/>
            <a:chOff x="7650464" y="2556577"/>
            <a:chExt cx="1233589" cy="1232348"/>
          </a:xfrm>
        </p:grpSpPr>
        <p:sp>
          <p:nvSpPr>
            <p:cNvPr id="53" name="Rectangle: Top Corners Rounded 52">
              <a:extLst>
                <a:ext uri="{FF2B5EF4-FFF2-40B4-BE49-F238E27FC236}">
                  <a16:creationId xmlns:a16="http://schemas.microsoft.com/office/drawing/2014/main" id="{3461DC53-A619-4859-AD7C-2134CD1D7CD8}"/>
                </a:ext>
              </a:extLst>
            </p:cNvPr>
            <p:cNvSpPr/>
            <p:nvPr/>
          </p:nvSpPr>
          <p:spPr>
            <a:xfrm>
              <a:off x="7650464" y="2556577"/>
              <a:ext cx="1232348" cy="850032"/>
            </a:xfrm>
            <a:prstGeom prst="round2SameRect">
              <a:avLst/>
            </a:prstGeom>
            <a:solidFill>
              <a:srgbClr val="0E294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/>
                <a:t>R: 14</a:t>
              </a:r>
            </a:p>
            <a:p>
              <a:pPr algn="ctr"/>
              <a:r>
                <a:rPr lang="en-IN" sz="1400" dirty="0"/>
                <a:t>G: 41</a:t>
              </a:r>
            </a:p>
            <a:p>
              <a:pPr algn="ctr"/>
              <a:r>
                <a:rPr lang="en-IN" sz="1400" dirty="0"/>
                <a:t>B: 73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6D02AD7-F284-434A-8E43-E887CF54304C}"/>
                </a:ext>
              </a:extLst>
            </p:cNvPr>
            <p:cNvSpPr/>
            <p:nvPr/>
          </p:nvSpPr>
          <p:spPr>
            <a:xfrm>
              <a:off x="7650464" y="3406609"/>
              <a:ext cx="1233589" cy="382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#112949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C4319B8-6A3C-44E4-9C10-5332BE1BEA44}"/>
              </a:ext>
            </a:extLst>
          </p:cNvPr>
          <p:cNvGrpSpPr/>
          <p:nvPr/>
        </p:nvGrpSpPr>
        <p:grpSpPr>
          <a:xfrm>
            <a:off x="4831612" y="1859891"/>
            <a:ext cx="1233589" cy="1232348"/>
            <a:chOff x="9059892" y="2556577"/>
            <a:chExt cx="1233589" cy="1232348"/>
          </a:xfrm>
        </p:grpSpPr>
        <p:sp>
          <p:nvSpPr>
            <p:cNvPr id="56" name="Rectangle: Top Corners Rounded 55">
              <a:extLst>
                <a:ext uri="{FF2B5EF4-FFF2-40B4-BE49-F238E27FC236}">
                  <a16:creationId xmlns:a16="http://schemas.microsoft.com/office/drawing/2014/main" id="{8AFDA891-5964-4A79-B60C-6E63445484D8}"/>
                </a:ext>
              </a:extLst>
            </p:cNvPr>
            <p:cNvSpPr/>
            <p:nvPr/>
          </p:nvSpPr>
          <p:spPr>
            <a:xfrm>
              <a:off x="9059892" y="2556577"/>
              <a:ext cx="1232348" cy="850032"/>
            </a:xfrm>
            <a:prstGeom prst="round2SameRect">
              <a:avLst/>
            </a:prstGeom>
            <a:solidFill>
              <a:srgbClr val="0A351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/>
                <a:t>R: 10</a:t>
              </a:r>
            </a:p>
            <a:p>
              <a:pPr algn="ctr"/>
              <a:r>
                <a:rPr lang="en-IN" sz="1400" dirty="0"/>
                <a:t>G: 53</a:t>
              </a:r>
            </a:p>
            <a:p>
              <a:pPr algn="ctr"/>
              <a:r>
                <a:rPr lang="en-IN" sz="1400" dirty="0"/>
                <a:t>B: 31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323346D-F382-4D1E-A165-A13D192C66B4}"/>
                </a:ext>
              </a:extLst>
            </p:cNvPr>
            <p:cNvSpPr/>
            <p:nvPr/>
          </p:nvSpPr>
          <p:spPr>
            <a:xfrm>
              <a:off x="9059892" y="3406609"/>
              <a:ext cx="1233589" cy="382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#0a351f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1D67BC9-4AA1-4D1A-A694-DFDA0761CF7E}"/>
              </a:ext>
            </a:extLst>
          </p:cNvPr>
          <p:cNvGrpSpPr/>
          <p:nvPr/>
        </p:nvGrpSpPr>
        <p:grpSpPr>
          <a:xfrm>
            <a:off x="7650464" y="1859891"/>
            <a:ext cx="1233589" cy="1232348"/>
            <a:chOff x="10468079" y="2556577"/>
            <a:chExt cx="1233589" cy="1232348"/>
          </a:xfrm>
        </p:grpSpPr>
        <p:sp>
          <p:nvSpPr>
            <p:cNvPr id="59" name="Rectangle: Top Corners Rounded 58">
              <a:extLst>
                <a:ext uri="{FF2B5EF4-FFF2-40B4-BE49-F238E27FC236}">
                  <a16:creationId xmlns:a16="http://schemas.microsoft.com/office/drawing/2014/main" id="{1B732A21-F200-43C2-8FFB-CD3450037D05}"/>
                </a:ext>
              </a:extLst>
            </p:cNvPr>
            <p:cNvSpPr/>
            <p:nvPr/>
          </p:nvSpPr>
          <p:spPr>
            <a:xfrm>
              <a:off x="10468079" y="2556577"/>
              <a:ext cx="1232348" cy="850032"/>
            </a:xfrm>
            <a:prstGeom prst="round2Same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/>
                <a:t>R: 237</a:t>
              </a:r>
            </a:p>
            <a:p>
              <a:pPr algn="ctr"/>
              <a:r>
                <a:rPr lang="en-IN" sz="1400" dirty="0"/>
                <a:t>G: 162</a:t>
              </a:r>
            </a:p>
            <a:p>
              <a:pPr algn="ctr"/>
              <a:r>
                <a:rPr lang="en-IN" sz="1400" dirty="0"/>
                <a:t>B: 124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EF1020C-EFB3-4DC9-812B-BC051EEB255C}"/>
                </a:ext>
              </a:extLst>
            </p:cNvPr>
            <p:cNvSpPr/>
            <p:nvPr/>
          </p:nvSpPr>
          <p:spPr>
            <a:xfrm>
              <a:off x="10468079" y="3406609"/>
              <a:ext cx="1233589" cy="382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IN" sz="1400" dirty="0">
                  <a:solidFill>
                    <a:schemeClr val="tx1"/>
                  </a:solidFill>
                </a:rPr>
                <a:t>#eda27c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08BEBD3-DBE1-4BE8-9546-71D1B782032A}"/>
              </a:ext>
            </a:extLst>
          </p:cNvPr>
          <p:cNvSpPr txBox="1"/>
          <p:nvPr/>
        </p:nvSpPr>
        <p:spPr>
          <a:xfrm>
            <a:off x="4728882" y="4432709"/>
            <a:ext cx="273423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  <a:latin typeface="Exo 2.0" panose="00000500000000000000" pitchFamily="50" charset="0"/>
                <a:sym typeface="Exo 2.0" panose="00000500000000000000" pitchFamily="50" charset="0"/>
              </a:rPr>
              <a:t>Typography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DEE9FA-36A3-46B2-B540-EE03F0EDEE2E}"/>
              </a:ext>
            </a:extLst>
          </p:cNvPr>
          <p:cNvSpPr txBox="1"/>
          <p:nvPr/>
        </p:nvSpPr>
        <p:spPr>
          <a:xfrm>
            <a:off x="4728882" y="4962781"/>
            <a:ext cx="273423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  <a:latin typeface="Exo 2.0" panose="00000500000000000000" pitchFamily="50" charset="0"/>
                <a:sym typeface="Exo 2.0" panose="00000500000000000000" pitchFamily="50" charset="0"/>
              </a:rPr>
              <a:t>Exo 2.0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EA2D043-0E61-431C-A419-E5B08B1A0602}"/>
              </a:ext>
            </a:extLst>
          </p:cNvPr>
          <p:cNvCxnSpPr/>
          <p:nvPr/>
        </p:nvCxnSpPr>
        <p:spPr>
          <a:xfrm>
            <a:off x="4889500" y="4877209"/>
            <a:ext cx="241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D536237-970F-488E-B8E9-41B87C6F122C}"/>
              </a:ext>
            </a:extLst>
          </p:cNvPr>
          <p:cNvSpPr txBox="1"/>
          <p:nvPr/>
        </p:nvSpPr>
        <p:spPr>
          <a:xfrm>
            <a:off x="4728882" y="5492279"/>
            <a:ext cx="2734236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Exo 2.0" panose="00000500000000000000" pitchFamily="50" charset="0"/>
                <a:ea typeface="Cambria" panose="02040503050406030204" pitchFamily="18" charset="0"/>
                <a:sym typeface="Exo 2.0" panose="00000500000000000000" pitchFamily="50" charset="0"/>
              </a:rPr>
              <a:t>Cambria</a:t>
            </a:r>
          </a:p>
        </p:txBody>
      </p:sp>
    </p:spTree>
    <p:extLst>
      <p:ext uri="{BB962C8B-B14F-4D97-AF65-F5344CB8AC3E}">
        <p14:creationId xmlns:p14="http://schemas.microsoft.com/office/powerpoint/2010/main" val="104373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C2AE-9AE1-4B26-80A8-E1BCF59BE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16770E-87B9-4D89-9722-ACEA027E03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B1845-2C71-4B33-A245-14DF6594A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928" y="2087846"/>
            <a:ext cx="2828144" cy="26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130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ArabEasy">
      <a:dk1>
        <a:srgbClr val="0E2949"/>
      </a:dk1>
      <a:lt1>
        <a:srgbClr val="FFFFFF"/>
      </a:lt1>
      <a:dk2>
        <a:srgbClr val="3D3D3D"/>
      </a:dk2>
      <a:lt2>
        <a:srgbClr val="FFFFFF"/>
      </a:lt2>
      <a:accent1>
        <a:srgbClr val="EA7B2C"/>
      </a:accent1>
      <a:accent2>
        <a:srgbClr val="EDA27C"/>
      </a:accent2>
      <a:accent3>
        <a:srgbClr val="3CC3F2"/>
      </a:accent3>
      <a:accent4>
        <a:srgbClr val="901918"/>
      </a:accent4>
      <a:accent5>
        <a:srgbClr val="F1B715"/>
      </a:accent5>
      <a:accent6>
        <a:srgbClr val="0A351F"/>
      </a:accent6>
      <a:hlink>
        <a:srgbClr val="FFFFFF"/>
      </a:hlink>
      <a:folHlink>
        <a:srgbClr val="901818"/>
      </a:folHlink>
    </a:clrScheme>
    <a:fontScheme name="EZ_Font">
      <a:majorFont>
        <a:latin typeface="Exo 2.0"/>
        <a:ea typeface=""/>
        <a:cs typeface=""/>
      </a:majorFont>
      <a:minorFont>
        <a:latin typeface="Exo 2.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4133</TotalTime>
  <Words>124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Exo 2.0</vt:lpstr>
      <vt:lpstr>Office Theme</vt:lpstr>
      <vt:lpstr>think-cell Slide</vt:lpstr>
      <vt:lpstr>EZ Brand Guidelines 2.0</vt:lpstr>
      <vt:lpstr>Entities</vt:lpstr>
      <vt:lpstr>Brand Image</vt:lpstr>
      <vt:lpstr>Brand Values</vt:lpstr>
      <vt:lpstr>Brand Identity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</dc:creator>
  <cp:lastModifiedBy>Rohit</cp:lastModifiedBy>
  <cp:revision>222</cp:revision>
  <dcterms:created xsi:type="dcterms:W3CDTF">2021-02-11T04:30:39Z</dcterms:created>
  <dcterms:modified xsi:type="dcterms:W3CDTF">2021-02-26T09:01:06Z</dcterms:modified>
</cp:coreProperties>
</file>